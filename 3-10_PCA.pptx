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6" r:id="rId9"/>
    <p:sldId id="267" r:id="rId10"/>
    <p:sldId id="268" r:id="rId11"/>
    <p:sldId id="269" r:id="rId12"/>
    <p:sldId id="262" r:id="rId13"/>
    <p:sldId id="263" r:id="rId14"/>
    <p:sldId id="264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96593-EFFC-4E3F-AD47-286C9D6AE5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A63A61B-2504-469D-B53F-F0ADB26DC7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F90F0-0738-4301-8BC1-5948730C6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A67153-C2F5-4E21-927F-5A986B3C6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3A1F8CA-4E28-44D8-81A8-AB9B14CD6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90375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AE5A62-D7B7-4D68-A90A-394612C40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E6AB845-4299-47BC-95D9-29707FFA2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8780A05-FE17-496E-ACB1-9D72FB411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AFBC40-5FB0-4AC9-A365-9A4BF7D11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E58789-71FE-4A8B-987F-61CEA349C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3713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AFDA75-35DF-4845-8C37-9B4564B32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49ACB7E-4A38-4A09-8B33-4D22D9809E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AED281-86E4-47C3-9954-72121963E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14F312-2011-4862-8DCB-A991A0D61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10A5A3-1D2D-4E13-96B2-0AAF69758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27563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E297A3-FAFA-4BEA-92AF-C44A33957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60E70B-3FF7-42E8-8C55-A8EF49BA5D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2D33DC1-3423-44E9-9835-CA7FE39C7F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D9698EB-9887-4D06-98F7-0DC5AAD09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964AD25-2BDF-4ECA-8BB1-4EAFD69FF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5BCCF9B-2E0F-4038-A7EB-DF4B95A76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8319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76CD03-0EFE-49B3-900B-F14CBE118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55359C8-B4A2-4AB4-BF66-7333944E8C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7DA97D7-A21A-4726-9998-3FB9894F3C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EA384BF-1501-4F7A-850B-3989DEB02C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A779467-8163-4D58-B68A-B2156B446A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4FBE47F-1B2A-4EB4-A1F8-87862A8C4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B7833BD-E5F0-404C-8007-EBB394A93A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02A3381-4EC5-49E6-A630-1A36DF2B7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6320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779226-A6D3-4941-9A58-2C99DDA1C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2783CF9-5F02-4840-A2B0-502564B3E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B05086-5523-444F-913E-AFCF63FA4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7FE7A0C-8C4D-4C13-9709-7908DD4DB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0856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BA9BFF4-A376-4898-AB87-45EFBF0C9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50DFD3F-E1A4-4E12-B2CD-9FBD9115E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84683E-59FF-4379-A691-E9AABDDE2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7102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2318F6-4BAD-4BD3-98F9-38742AC6B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3A50F0-D8EF-49EC-BBF5-67ABDA7956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92A593A-ED5E-4C8B-AE64-1EFF88A231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FDC25A0-8EFA-40FD-B638-6E338F4E2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43704D-2679-4BAF-8344-A1E769DBE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A3F3E4C-F584-411D-A413-92C078C85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18120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959451-656A-4004-B43D-78E1599C0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F46D8BD-A69A-47F7-9845-2396E63024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4C9BA3-C094-4830-8A2F-3245AB833C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D734E9C-C80E-4083-9205-0D0B4C00F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2D373F-63E6-4D42-AF13-B3387154D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81427BA-7E27-4E76-B4D0-5D2D96ED3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9607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EFBC4A-6370-4AB3-92E9-C8E68CAA0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97D5F28-3672-44E8-B20A-5BD2559C09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267F211-8827-41F9-853F-40775E777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D257EC0-776D-4257-A19F-FAE50D54C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D4D77E-A608-4F53-873A-E81D0C303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5405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A2FDCBD-7D23-4B22-9583-A36EC5CF36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8D7642F-677A-4A53-A15B-1EDB689125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96CA8A-A567-4DB2-B6A1-19C4F54AF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02F44A-3DCF-47DC-B5F0-E5AE55734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4E671B-C042-4ED6-899B-F940CA470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93547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D05C8CA-6006-4E0D-B2D9-49766A44B9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EDA7510-E53C-4AE9-A773-C2094CA71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36387C-F520-4871-8AD8-F42DF9AAAB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9039BF-D454-4A16-968E-9B3FD4D4FA31}" type="datetimeFigureOut">
              <a:rPr lang="ko-KR" altLang="en-US" smtClean="0"/>
              <a:t>2022-04-06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99A5C2-6FFA-429E-A18A-AA0DB6CF89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F62D067-A525-4A76-9982-E0A7F2ED15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9157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F96097-D496-4454-ACF3-7154A69B99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Unsupervised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A125AB1-60A5-4784-8CAC-30800667343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PCA (Principal Component Analysis)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EAEF362-CC94-48B5-A75E-6703C6C92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036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40CC04-1585-4064-8907-459537D39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8A7DF99F-BAA2-4E8C-B089-F97B1F0BD1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9892" y="1772765"/>
            <a:ext cx="5432216" cy="4351338"/>
          </a:xfr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BD17100A-6263-4BAC-B87F-42153C247F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638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40CC04-1585-4064-8907-459537D39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D17100A-6263-4BAC-B87F-42153C247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5A699E5-7E30-45BD-BE32-71C7AB568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Using PCA, correlated multivariate data can be concisely represented as the main component.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PCA is a method used to reduce variables in data.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is a representative dimension reduction method that can be applied to data that is correlated between variables.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Dimension reduction means 'It is expressed as several variables while maintaining the characteristics of data with many variables.'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helps reduce complexity when analyzing multivariate data.</a:t>
            </a:r>
          </a:p>
        </p:txBody>
      </p:sp>
    </p:spTree>
    <p:extLst>
      <p:ext uri="{BB962C8B-B14F-4D97-AF65-F5344CB8AC3E}">
        <p14:creationId xmlns:p14="http://schemas.microsoft.com/office/powerpoint/2010/main" val="301880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40CC04-1585-4064-8907-459537D39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D17100A-6263-4BAC-B87F-42153C247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5A699E5-7E30-45BD-BE32-71C7AB568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Two ways to reduce variables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Choose only important variables and do not use the remaining variables.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constructing a new variable from the original data variable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PCA reduces variables by constructing a new variable from the original data variable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data represented in a high-dimensional space is represented by a lower-dimensional variable.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We call lower-dimensional axis as a principal component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3246003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40CC04-1585-4064-8907-459537D39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D17100A-6263-4BAC-B87F-42153C247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5A699E5-7E30-45BD-BE32-71C7AB568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Find the direction and importance necessary for data principal component analysis.</a:t>
            </a:r>
          </a:p>
          <a:p>
            <a:pPr lvl="1"/>
            <a:r>
              <a:rPr lang="en-US" altLang="ko-KR" b="0" i="0" dirty="0">
                <a:solidFill>
                  <a:srgbClr val="000000"/>
                </a:solidFill>
                <a:effectLst/>
              </a:rPr>
              <a:t>The direction of the line is the direction of the data.</a:t>
            </a:r>
          </a:p>
          <a:p>
            <a:pPr lvl="1"/>
            <a:r>
              <a:rPr lang="en-US" altLang="ko-KR" b="0" i="0" dirty="0">
                <a:solidFill>
                  <a:srgbClr val="000000"/>
                </a:solidFill>
                <a:effectLst/>
              </a:rPr>
              <a:t>Length represents importance.</a:t>
            </a:r>
          </a:p>
          <a:p>
            <a:pPr marL="1143000" lvl="2" indent="-2286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direction of the data is determined by how much weight is assigned to the data variable when configuring a new variable.</a:t>
            </a:r>
          </a:p>
          <a:p>
            <a:pPr marL="1143000" lvl="2" indent="-2286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importance of data is related to changes in variables.</a:t>
            </a:r>
          </a:p>
          <a:p>
            <a:pPr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orthogonal line is used as a new axis and converted into original data.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changed data at this time is called the principal component score.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is called the first principal component and the second principal component from the value of the axis with the greatest importance among the principal components.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8843795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40CC04-1585-4064-8907-459537D39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D17100A-6263-4BAC-B87F-42153C247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5A699E5-7E30-45BD-BE32-71C7AB568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principal component analysis calculates the principal component in the following order.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Calculate variance covariance matrix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altLang="ko-KR" dirty="0">
                <a:solidFill>
                  <a:srgbClr val="000000"/>
                </a:solidFill>
              </a:rPr>
              <a:t>Solve eigenvalue problems and calculate eigenvalue of eigenvectors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altLang="ko-KR" dirty="0">
                <a:solidFill>
                  <a:srgbClr val="000000"/>
                </a:solidFill>
              </a:rPr>
              <a:t>Construct data in each principal component direction</a:t>
            </a: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830762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66E8EE-6B62-48E8-9FF1-9D1DBC7A7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Covariance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95CEB723-4D47-4A31-B6AC-79A3874312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covariance is a value representing the relationship between data points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ko-KR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.</a:t>
                </a:r>
              </a:p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mean was calculated after multiplying the difference between the mean and the data point of each of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.</a:t>
                </a:r>
                <a:endParaRPr lang="en-US" altLang="ko-KR" dirty="0">
                  <a:solidFill>
                    <a:srgbClr val="000000"/>
                  </a:solidFill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𝐶𝑜𝑣</m:t>
                        </m:r>
                        <m:d>
                          <m:d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)(</m:t>
                        </m:r>
                        <m:sSub>
                          <m:sSub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)(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dirty="0">
                  <a:solidFill>
                    <a:srgbClr val="000000"/>
                  </a:solidFill>
                </a:endParaRPr>
              </a:p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In this case, </a:t>
                </a:r>
                <a14:m>
                  <m:oMath xmlns:m="http://schemas.openxmlformats.org/officeDocument/2006/math">
                    <m:r>
                      <a:rPr lang="ko-KR" altLang="en-US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  <a:latin typeface="noto"/>
                  </a:rPr>
                  <a:t> </a:t>
                </a: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represents the average of each of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.</a:t>
                </a:r>
              </a:p>
              <a:p>
                <a:r>
                  <a:rPr lang="en-US" altLang="ko-KR" dirty="0">
                    <a:solidFill>
                      <a:srgbClr val="000000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𝐶𝑜𝑣</m:t>
                    </m:r>
                    <m:d>
                      <m:d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than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ko-KR" dirty="0"/>
                  <a:t> increases, so does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ko-KR" dirty="0"/>
                  <a:t>.</a:t>
                </a:r>
              </a:p>
              <a:p>
                <a:r>
                  <a:rPr lang="en-US" altLang="ko-KR" dirty="0">
                    <a:solidFill>
                      <a:srgbClr val="000000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𝐶𝑜𝑣</m:t>
                    </m:r>
                    <m:d>
                      <m:d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than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ko-KR" dirty="0"/>
                  <a:t> increases,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ko-KR" dirty="0"/>
                  <a:t> decreases.</a:t>
                </a:r>
                <a:endParaRPr lang="en-US" altLang="ko-KR" b="0" i="0" dirty="0">
                  <a:solidFill>
                    <a:srgbClr val="000000"/>
                  </a:solidFill>
                  <a:effectLst/>
                </a:endParaRPr>
              </a:p>
              <a:p>
                <a:r>
                  <a:rPr lang="en-US" altLang="ko-KR" dirty="0">
                    <a:solidFill>
                      <a:srgbClr val="000000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𝐶𝑜𝑣</m:t>
                    </m:r>
                    <m:d>
                      <m:d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than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ko-KR" dirty="0"/>
                  <a:t> and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ko-KR" dirty="0"/>
                  <a:t> has no correlation.</a:t>
                </a:r>
                <a:endParaRPr lang="en-US" altLang="ko-KR" b="0" i="0" dirty="0">
                  <a:solidFill>
                    <a:srgbClr val="000000"/>
                  </a:solidFill>
                  <a:effectLst/>
                </a:endParaRPr>
              </a:p>
              <a:p>
                <a:endParaRPr lang="en-US" altLang="ko-KR" b="0" i="0" dirty="0">
                  <a:solidFill>
                    <a:srgbClr val="000000"/>
                  </a:solidFill>
                  <a:effectLst/>
                </a:endParaRPr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95CEB723-4D47-4A31-B6AC-79A3874312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3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그림 3">
            <a:extLst>
              <a:ext uri="{FF2B5EF4-FFF2-40B4-BE49-F238E27FC236}">
                <a16:creationId xmlns:a16="http://schemas.microsoft.com/office/drawing/2014/main" id="{9C40C19B-6FA5-4EAD-A011-5807CEE34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7897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66E8EE-6B62-48E8-9FF1-9D1DBC7A7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Covariance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D09461FF-D4DA-4EC1-9775-795C71BD50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9581" y="2114025"/>
            <a:ext cx="8332838" cy="3271707"/>
          </a:xfr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9C40C19B-6FA5-4EAD-A011-5807CEE34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0437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66E8EE-6B62-48E8-9FF1-9D1DBC7A7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Correlation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C40C19B-6FA5-4EAD-A011-5807CEE34A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9A145EEF-778A-4D7E-8BC0-10B9D82A9B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An index that does not depend on the size of the variance represents a correlation coefficient.</a:t>
                </a:r>
              </a:p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covariance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ko-KR" b="0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altLang="ko-KR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of the two data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is divided by the standard deviations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𝑥𝑦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endParaRPr lang="en-US" altLang="ko-KR" dirty="0"/>
              </a:p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correlation coefficient represents the relationship between data like covariance, but since it is divided by each standard deviation, a value between -1 and 1 is obtained.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9A145EEF-778A-4D7E-8BC0-10B9D82A9B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29080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66E8EE-6B62-48E8-9FF1-9D1DBC7A7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Covariance Matrix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95CEB723-4D47-4A31-B6AC-79A3874312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covariance matrix is made into a matrix by calculating the covariance of each of the two or more data.</a:t>
                </a:r>
              </a:p>
              <a:p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</m:nary>
                  </m:oMath>
                </a14:m>
                <a:endParaRPr lang="en-US" altLang="ko-K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altLang="ko-KR" dirty="0"/>
                  <a:t>represents the covariance of data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ko-KR" altLang="en-US" dirty="0"/>
                  <a:t> 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95CEB723-4D47-4A31-B6AC-79A3874312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그림 3">
            <a:extLst>
              <a:ext uri="{FF2B5EF4-FFF2-40B4-BE49-F238E27FC236}">
                <a16:creationId xmlns:a16="http://schemas.microsoft.com/office/drawing/2014/main" id="{9C40C19B-6FA5-4EAD-A011-5807CEE34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74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66E8EE-6B62-48E8-9FF1-9D1DBC7A7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Correlation Matrix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95CEB723-4D47-4A31-B6AC-79A3874312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correlation matrix is made into a matrix by calculating the correlation of each of the two or more data.</a:t>
                </a:r>
              </a:p>
              <a:p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</m:nary>
                  </m:oMath>
                </a14:m>
                <a:endParaRPr lang="en-US" altLang="ko-K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sub>
                    </m:sSub>
                    <m:r>
                      <a:rPr lang="en-US" altLang="ko-K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dirty="0"/>
                  <a:t>represents the correlation of data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ko-KR" altLang="en-US" dirty="0"/>
                  <a:t> 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95CEB723-4D47-4A31-B6AC-79A3874312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그림 3">
            <a:extLst>
              <a:ext uri="{FF2B5EF4-FFF2-40B4-BE49-F238E27FC236}">
                <a16:creationId xmlns:a16="http://schemas.microsoft.com/office/drawing/2014/main" id="{9C40C19B-6FA5-4EAD-A011-5807CEE34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490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5F8CCD-B0A2-494C-BF20-BAAE2C5E6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DCCD220B-CFF2-4C47-82E4-1DD24400E54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680" y="1466695"/>
            <a:ext cx="7230979" cy="4067424"/>
          </a:xfr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F2044BE-0660-47AD-85CE-F20D937513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46C5E38E-C2C2-4B93-9A96-077C5431399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341" y="2200019"/>
            <a:ext cx="5181600" cy="2914649"/>
          </a:xfrm>
        </p:spPr>
      </p:pic>
      <p:sp>
        <p:nvSpPr>
          <p:cNvPr id="3" name="화살표: 오른쪽 2">
            <a:extLst>
              <a:ext uri="{FF2B5EF4-FFF2-40B4-BE49-F238E27FC236}">
                <a16:creationId xmlns:a16="http://schemas.microsoft.com/office/drawing/2014/main" id="{3D9575A8-7D68-4EEC-BE04-FEF146CA187C}"/>
              </a:ext>
            </a:extLst>
          </p:cNvPr>
          <p:cNvSpPr/>
          <p:nvPr/>
        </p:nvSpPr>
        <p:spPr>
          <a:xfrm>
            <a:off x="6019800" y="3934437"/>
            <a:ext cx="968229" cy="453005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E853261-FA43-484B-96D9-AA96D7A7B6E3}"/>
              </a:ext>
            </a:extLst>
          </p:cNvPr>
          <p:cNvSpPr/>
          <p:nvPr/>
        </p:nvSpPr>
        <p:spPr>
          <a:xfrm>
            <a:off x="5486400" y="4748169"/>
            <a:ext cx="609600" cy="55367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15B517A-5AE5-47C2-B23C-C08AF44A6953}"/>
              </a:ext>
            </a:extLst>
          </p:cNvPr>
          <p:cNvSpPr/>
          <p:nvPr/>
        </p:nvSpPr>
        <p:spPr>
          <a:xfrm>
            <a:off x="11070672" y="5114468"/>
            <a:ext cx="609600" cy="55367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60185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40CC04-1585-4064-8907-459537D39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D17100A-6263-4BAC-B87F-42153C247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5A699E5-7E30-45BD-BE32-71C7AB568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direction of the data is related to the eigenvector.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importance of data is related to eigenvalues.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If the eigenvalue calculated for each principal component is divided by the total sum of several eigenvalues, the importance of the principal component can be expressed as a ratio, which is called the contribution rate.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value obtained by adding the contribution rate sequentially from the first main component is called the cumulative contribution rate.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449450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08592-EF30-4991-864F-5C322588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6DB3EE-75F3-4123-B1C8-20E2F1B4A66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libraries</a:t>
            </a:r>
          </a:p>
          <a:p>
            <a:r>
              <a:rPr lang="en-US" altLang="ko-KR" dirty="0"/>
              <a:t>Get iris dataset</a:t>
            </a:r>
          </a:p>
          <a:p>
            <a:r>
              <a:rPr lang="en-US" altLang="ko-KR" dirty="0"/>
              <a:t>Make PCA model</a:t>
            </a:r>
          </a:p>
          <a:p>
            <a:r>
              <a:rPr lang="en-US" altLang="ko-KR" dirty="0"/>
              <a:t>Train data into model</a:t>
            </a:r>
          </a:p>
          <a:p>
            <a:r>
              <a:rPr lang="en-US" altLang="ko-KR" dirty="0"/>
              <a:t>Print transformed data</a:t>
            </a:r>
            <a:endParaRPr lang="ko-KR" altLang="en-US" dirty="0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C4B9EAC-38C8-45D7-AF4F-8441F24762F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850545"/>
            <a:ext cx="5181600" cy="4301498"/>
          </a:xfr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959D615-DBE2-47BB-9FDC-C0C2A539D2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2735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655</Words>
  <Application>Microsoft Office PowerPoint</Application>
  <PresentationFormat>와이드스크린</PresentationFormat>
  <Paragraphs>64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9" baseType="lpstr">
      <vt:lpstr>noto</vt:lpstr>
      <vt:lpstr>맑은 고딕</vt:lpstr>
      <vt:lpstr>Arial</vt:lpstr>
      <vt:lpstr>Cambria Math</vt:lpstr>
      <vt:lpstr>Office 테마</vt:lpstr>
      <vt:lpstr>Unsupervised Learning</vt:lpstr>
      <vt:lpstr>Fundamental Concept</vt:lpstr>
      <vt:lpstr>Fundamental Concept</vt:lpstr>
      <vt:lpstr>Fundamental Concept</vt:lpstr>
      <vt:lpstr>Fundamental Concept</vt:lpstr>
      <vt:lpstr>Algorithm</vt:lpstr>
      <vt:lpstr>Algorithm Covariance</vt:lpstr>
      <vt:lpstr>Algorithm Covariance</vt:lpstr>
      <vt:lpstr>Algorithm Correlation</vt:lpstr>
      <vt:lpstr>Algorithm Covariance Matrix</vt:lpstr>
      <vt:lpstr>Algorithm Correlation Matrix</vt:lpstr>
      <vt:lpstr>Algorithm</vt:lpstr>
      <vt:lpstr>Algorithm</vt:lpstr>
      <vt:lpstr>Sample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주영</dc:creator>
  <cp:lastModifiedBy>신 주영</cp:lastModifiedBy>
  <cp:revision>29</cp:revision>
  <dcterms:created xsi:type="dcterms:W3CDTF">2022-04-04T03:19:33Z</dcterms:created>
  <dcterms:modified xsi:type="dcterms:W3CDTF">2022-04-06T13:34:07Z</dcterms:modified>
</cp:coreProperties>
</file>
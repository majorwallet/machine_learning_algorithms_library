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96593-EFFC-4E3F-AD47-286C9D6AE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63A61B-2504-469D-B53F-F0ADB26DC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F90F0-0738-4301-8BC1-5948730C6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A67153-C2F5-4E21-927F-5A986B3C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1F8CA-4E28-44D8-81A8-AB9B14CD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03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E5A62-D7B7-4D68-A90A-394612C4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AB845-4299-47BC-95D9-29707FFA2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80A05-FE17-496E-ACB1-9D72FB41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FBC40-5FB0-4AC9-A365-9A4BF7D1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58789-71FE-4A8B-987F-61CEA349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71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FDA75-35DF-4845-8C37-9B4564B3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9ACB7E-4A38-4A09-8B33-4D22D9809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ED281-86E4-47C3-9954-72121963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4F312-2011-4862-8DCB-A991A0D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0A5A3-1D2D-4E13-96B2-0AAF6975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56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297A3-FAFA-4BEA-92AF-C44A3395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0E70B-3FF7-42E8-8C55-A8EF49BA5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D33DC1-3423-44E9-9835-CA7FE39C7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9698EB-9887-4D06-98F7-0DC5AAD0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64AD25-2BDF-4ECA-8BB1-4EAFD69F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BCCF9B-2E0F-4038-A7EB-DF4B95A7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31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6CD03-0EFE-49B3-900B-F14CBE118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359C8-B4A2-4AB4-BF66-7333944E8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DA97D7-A21A-4726-9998-3FB9894F3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A384BF-1501-4F7A-850B-3989DEB02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779467-8163-4D58-B68A-B2156B446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FBE47F-1B2A-4EB4-A1F8-87862A8C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7833BD-E5F0-404C-8007-EBB394A9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2A3381-4EC5-49E6-A630-1A36DF2B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32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79226-A6D3-4941-9A58-2C99DDA1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783CF9-5F02-4840-A2B0-502564B3E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05086-5523-444F-913E-AFCF63FA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FE7A0C-8C4D-4C13-9709-7908DD4D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85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A9BFF4-A376-4898-AB87-45EFBF0C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0DFD3F-E1A4-4E12-B2CD-9FBD9115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4683E-59FF-4379-A691-E9AABDDE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1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318F6-4BAD-4BD3-98F9-38742AC6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A50F0-D8EF-49EC-BBF5-67ABDA795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2A593A-ED5E-4C8B-AE64-1EFF88A23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DC25A0-8EFA-40FD-B638-6E338F4E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43704D-2679-4BAF-8344-A1E769DB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3F3E4C-F584-411D-A413-92C078C8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81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59451-656A-4004-B43D-78E1599C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46D8BD-A69A-47F7-9845-2396E6302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4C9BA3-C094-4830-8A2F-3245AB833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734E9C-C80E-4083-9205-0D0B4C00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2D373F-63E6-4D42-AF13-B3387154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1427BA-7E27-4E76-B4D0-5D2D96ED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60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FBC4A-6370-4AB3-92E9-C8E68CAA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D5F28-3672-44E8-B20A-5BD2559C0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7F211-8827-41F9-853F-40775E77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257EC0-776D-4257-A19F-FAE50D54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D4D77E-A608-4F53-873A-E81D0C30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40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2FDCBD-7D23-4B22-9583-A36EC5CF3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D7642F-677A-4A53-A15B-1EDB68912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96CA8A-A567-4DB2-B6A1-19C4F54A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2F44A-3DCF-47DC-B5F0-E5AE5573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E671B-C042-4ED6-899B-F940CA47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5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05C8CA-6006-4E0D-B2D9-49766A44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DA7510-E53C-4AE9-A773-C2094CA71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36387C-F520-4871-8AD8-F42DF9AAA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039BF-D454-4A16-968E-9B3FD4D4FA31}" type="datetimeFigureOut">
              <a:rPr lang="ko-KR" altLang="en-US" smtClean="0"/>
              <a:t>2022-04-05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99A5C2-6FFA-429E-A18A-AA0DB6CF8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2D067-A525-4A76-9982-E0A7F2ED1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35689-47CC-4A75-9B4F-E5D435113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15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96097-D496-4454-ACF3-7154A69B99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125AB1-60A5-4784-8CAC-308006673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PCA (Principal Component Analysis)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AEF362-CC94-48B5-A75E-6703C6C92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3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7DF99F-BAA2-4E8C-B089-F97B1F0BD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92" y="1772765"/>
            <a:ext cx="5432216" cy="4351338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3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Using PCA, correlated multivariate data can be concisely represented as the main component.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is a method used to reduce variables in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representative dimension reduction method that can be applied to data that is correlated between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Dimension reduction means 'It is expressed as several variables while maintaining the characteristics of data with many variables.'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helps reduce complexity when analyzing multivariate data.</a:t>
            </a:r>
          </a:p>
        </p:txBody>
      </p:sp>
    </p:spTree>
    <p:extLst>
      <p:ext uri="{BB962C8B-B14F-4D97-AF65-F5344CB8AC3E}">
        <p14:creationId xmlns:p14="http://schemas.microsoft.com/office/powerpoint/2010/main" val="30188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Two ways to reduce variables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only important variables and do not use the remaining variables.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reduces variables by 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represented in a high-dimensional space is represented by a lower-dimensional variable.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We call lower-dimensional axis as a principal component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460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Find the direction and importance necessary for data principal component analysis.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line is the direction of the data.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Length represents importance.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determined by how much weight is assigned to the data variable when configuring a new variable.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changes in variables.</a:t>
            </a: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orthogonal line is used as a new axis and converted into original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changed data at this time is called the principal component score.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called the first principal component and the second principal component from the value of the axis with the greatest importance among the principal components.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437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principal component analysis calculates the principal component in the following order.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variance covariance matrix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Solve eigenvalue problems and calculate eigenvalue of eigenvectors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Construct data in each principal component direction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076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is a value representing the relationship between data points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mean was calculated after multiplying the difference between the mean and the data point of each of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  <a:endParaRPr lang="en-US" altLang="ko-KR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</a:endParaRP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In this case,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 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represents the average of each of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so does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decreases.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has no correlation.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09461FF-D4DA-4EC1-9775-795C71BD5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581" y="2114025"/>
            <a:ext cx="8332838" cy="3271707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4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An index that does not depend on the size of the variance represents a correlation coefficient.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of the two data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divided by the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coefficient represents the relationship between data like covariance, but since it is divided by each standard deviation, a value between -1 and 1 is obtained.</a:t>
                </a:r>
                <a:endParaRPr lang="ko-KR" altLang="en-US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908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 Matrix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matrix is made into a matrix by calculating the covariance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dirty="0"/>
                  <a:t>represents the covariance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 Matrix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matrix is made into a matrix by calculating the correlation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represents the correlation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4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F8CCD-B0A2-494C-BF20-BAAE2C5E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CCD220B-CFF2-4C47-82E4-1DD24400E5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680" y="1466695"/>
            <a:ext cx="7230979" cy="4067424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2044BE-0660-47AD-85CE-F20D93751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6C5E38E-C2C2-4B93-9A96-077C543139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0020"/>
            <a:ext cx="5181600" cy="2914649"/>
          </a:xfrm>
        </p:spPr>
      </p:pic>
    </p:spTree>
    <p:extLst>
      <p:ext uri="{BB962C8B-B14F-4D97-AF65-F5344CB8AC3E}">
        <p14:creationId xmlns:p14="http://schemas.microsoft.com/office/powerpoint/2010/main" val="311601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related to the eigenvector.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eigenvalues.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eigenvalue calculated for each principal component is divided by the total sum of several eigenvalues, the importance of the principal component can be expressed as a ratio, which is called the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value obtained by adding the contribution rate sequentially from the first main component is called the cumulative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94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8592-EF30-4991-864F-5C322588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DB3EE-75F3-4123-B1C8-20E2F1B4A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Get iris dataset</a:t>
            </a:r>
          </a:p>
          <a:p>
            <a:r>
              <a:rPr lang="en-US" altLang="ko-KR" dirty="0"/>
              <a:t>Make PCA model</a:t>
            </a:r>
          </a:p>
          <a:p>
            <a:r>
              <a:rPr lang="en-US" altLang="ko-KR" dirty="0"/>
              <a:t>Train data into model</a:t>
            </a:r>
          </a:p>
          <a:p>
            <a:r>
              <a:rPr lang="en-US" altLang="ko-KR" dirty="0"/>
              <a:t>Print transformed data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C4B9EAC-38C8-45D7-AF4F-8441F24762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0545"/>
            <a:ext cx="5181600" cy="430149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59D615-DBE2-47BB-9FDC-C0C2A539D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7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655</Words>
  <Application>Microsoft Office PowerPoint</Application>
  <PresentationFormat>와이드스크린</PresentationFormat>
  <Paragraphs>64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</vt:lpstr>
      <vt:lpstr>맑은 고딕</vt:lpstr>
      <vt:lpstr>Arial</vt:lpstr>
      <vt:lpstr>Cambria Math</vt:lpstr>
      <vt:lpstr>Office 테마</vt:lpstr>
      <vt:lpstr>Unsupervised Learning</vt:lpstr>
      <vt:lpstr>Fundamental Concept</vt:lpstr>
      <vt:lpstr>Fundamental Concept</vt:lpstr>
      <vt:lpstr>Fundamental Concept</vt:lpstr>
      <vt:lpstr>Fundamental Concept</vt:lpstr>
      <vt:lpstr>Algorithm</vt:lpstr>
      <vt:lpstr>Algorithm Covariance</vt:lpstr>
      <vt:lpstr>Algorithm Covariance</vt:lpstr>
      <vt:lpstr>Algorithm Correlation</vt:lpstr>
      <vt:lpstr>Algorithm Covariance Matrix</vt:lpstr>
      <vt:lpstr>Algorithm Correlation Matrix</vt:lpstr>
      <vt:lpstr>Algorithm</vt:lpstr>
      <vt:lpstr>Algorithm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27</cp:revision>
  <dcterms:created xsi:type="dcterms:W3CDTF">2022-04-04T03:19:33Z</dcterms:created>
  <dcterms:modified xsi:type="dcterms:W3CDTF">2022-04-05T02:33:17Z</dcterms:modified>
</cp:coreProperties>
</file>
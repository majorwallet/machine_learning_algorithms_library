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96593-EFFC-4E3F-AD47-286C9D6A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A63A61B-2504-469D-B53F-F0ADB26DC7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F90F0-0738-4301-8BC1-5948730C6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A67153-C2F5-4E21-927F-5A986B3C6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A1F8CA-4E28-44D8-81A8-AB9B14CD6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9037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5A62-D7B7-4D68-A90A-394612C40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6AB845-4299-47BC-95D9-29707FFA2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80A05-FE17-496E-ACB1-9D72FB411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FBC40-5FB0-4AC9-A365-9A4BF7D11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E58789-71FE-4A8B-987F-61CEA349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713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FDA75-35DF-4845-8C37-9B4564B32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9ACB7E-4A38-4A09-8B33-4D22D9809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AED281-86E4-47C3-9954-72121963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14F312-2011-4862-8DCB-A991A0D6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10A5A3-1D2D-4E13-96B2-0AAF69758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56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E297A3-FAFA-4BEA-92AF-C44A33957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60E70B-3FF7-42E8-8C55-A8EF49BA5D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D33DC1-3423-44E9-9835-CA7FE39C7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9698EB-9887-4D06-98F7-0DC5AAD09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64AD25-2BDF-4ECA-8BB1-4EAFD69FF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BCCF9B-2E0F-4038-A7EB-DF4B95A7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319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6CD03-0EFE-49B3-900B-F14CBE118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5359C8-B4A2-4AB4-BF66-7333944E8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DA97D7-A21A-4726-9998-3FB9894F3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A384BF-1501-4F7A-850B-3989DEB02C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779467-8163-4D58-B68A-B2156B446A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FBE47F-1B2A-4EB4-A1F8-87862A8C4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833BD-E5F0-404C-8007-EBB394A93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02A3381-4EC5-49E6-A630-1A36DF2B7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320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79226-A6D3-4941-9A58-2C99DDA1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783CF9-5F02-4840-A2B0-502564B3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B05086-5523-444F-913E-AFCF63FA4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FE7A0C-8C4D-4C13-9709-7908DD4DB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0856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A9BFF4-A376-4898-AB87-45EFBF0C9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50DFD3F-E1A4-4E12-B2CD-9FBD9115E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84683E-59FF-4379-A691-E9AABDDE2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710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2318F6-4BAD-4BD3-98F9-38742AC6B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3A50F0-D8EF-49EC-BBF5-67ABDA795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2A593A-ED5E-4C8B-AE64-1EFF88A23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DC25A0-8EFA-40FD-B638-6E338F4E2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43704D-2679-4BAF-8344-A1E769DB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3F3E4C-F584-411D-A413-92C078C8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81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59451-656A-4004-B43D-78E1599C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46D8BD-A69A-47F7-9845-2396E63024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C9BA3-C094-4830-8A2F-3245AB833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734E9C-C80E-4083-9205-0D0B4C00F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2D373F-63E6-4D42-AF13-B3387154D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1427BA-7E27-4E76-B4D0-5D2D96ED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9607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FBC4A-6370-4AB3-92E9-C8E68CAA0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7D5F28-3672-44E8-B20A-5BD2559C0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67F211-8827-41F9-853F-40775E777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257EC0-776D-4257-A19F-FAE50D54C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D4D77E-A608-4F53-873A-E81D0C30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40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A2FDCBD-7D23-4B22-9583-A36EC5CF36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D7642F-677A-4A53-A15B-1EDB68912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96CA8A-A567-4DB2-B6A1-19C4F54AF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2F44A-3DCF-47DC-B5F0-E5AE55734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4E671B-C042-4ED6-899B-F940CA470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354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D05C8CA-6006-4E0D-B2D9-49766A44B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DA7510-E53C-4AE9-A773-C2094CA71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36387C-F520-4871-8AD8-F42DF9AAAB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9039BF-D454-4A16-968E-9B3FD4D4FA3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99A5C2-6FFA-429E-A18A-AA0DB6CF89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62D067-A525-4A76-9982-E0A7F2ED15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835689-47CC-4A75-9B4F-E5D435113A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9157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F96097-D496-4454-ACF3-7154A69B99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125AB1-60A5-4784-8CAC-3080066734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PCA (Principal Component Analysis)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EAEF362-CC94-48B5-A75E-6703C6C92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036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Unsupervised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</cp:revision>
  <dcterms:created xsi:type="dcterms:W3CDTF">2022-04-04T03:19:33Z</dcterms:created>
  <dcterms:modified xsi:type="dcterms:W3CDTF">2022-04-04T03:20:22Z</dcterms:modified>
</cp:coreProperties>
</file>
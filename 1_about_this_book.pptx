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A8AC76-64A2-4F98-8915-5F756E716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598957-1899-4523-B8FF-4933DA403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10F24C-9840-42A7-9485-10FFCB33D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02FE-680C-4D44-8B27-8DE7637C71D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4AE481-2674-4A40-A210-66E78B2C5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4E4C8C-037F-4382-B5F7-F9F0780DA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6A10D-0CAF-4746-9820-0FBC01E56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8889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1B6886-720E-4242-86AE-FEC645AFC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B26049-F9FA-4061-B1CE-615AB358A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B28FF8-21B3-4544-9F4F-BE788D125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02FE-680C-4D44-8B27-8DE7637C71D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DE7B4C-EDBF-4476-8076-1CB2911E1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6E9CE6-FDC7-4EE2-8532-063801E99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6A10D-0CAF-4746-9820-0FBC01E56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757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C5D05-4FCF-4BE6-A526-264F47E9B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D2E080-9827-47F3-A789-F06ED90BD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8CE73D-F332-42A2-BEED-34BA52DD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02FE-680C-4D44-8B27-8DE7637C71D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E3A705-B20A-4105-8F85-0A40C8C47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FDBD8D-093E-4658-B82B-F3747BF26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6A10D-0CAF-4746-9820-0FBC01E56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893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DAFA8B-6189-431D-929A-F858D623D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70757D-D5A0-4110-92E9-9DCB321702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8A6987-6B44-421E-B610-AFBAD0BA1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E86504-F2AB-41DA-88F0-864E77D80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02FE-680C-4D44-8B27-8DE7637C71D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D54E46-E7E2-4224-B2E4-5E113BE31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B9ADAF-FCDD-46D7-8E88-4B4C0345F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6A10D-0CAF-4746-9820-0FBC01E56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922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FEEE78-F8CC-447D-943D-59F6F6767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022EBC-7FCF-4C27-8935-B97E7D99F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0D3EE1-2ECD-40F4-9432-9C3606C95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0365FAE-4BF7-4F18-BD91-CD09BC4806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A949990-FDC5-4D78-AC61-1FD31154F9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66F0793-CADC-445A-8A2E-50462C855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02FE-680C-4D44-8B27-8DE7637C71D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9CEE105-EB34-4082-8254-336DC81F3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5C01948-0B13-41C8-BD5A-D872D7D13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6A10D-0CAF-4746-9820-0FBC01E56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96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D50B15-9FF3-4C53-B060-AE1909AB8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FAD6BDF-51C6-40F3-BD32-3E7A9FF8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02FE-680C-4D44-8B27-8DE7637C71D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435181-3BCD-418B-971B-696ABE55E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F50262-BE03-4B42-A086-7BC1ABEFB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6A10D-0CAF-4746-9820-0FBC01E56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66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2DA9EDA-D71A-414C-A560-B1F7C90F8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02FE-680C-4D44-8B27-8DE7637C71D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74C2A7-229C-4498-90C8-E44F4B08B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B57FA0-02C4-4AD1-A3DB-3A376E12B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6A10D-0CAF-4746-9820-0FBC01E56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290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3260D-A061-4832-9D10-82B2AEE03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47DDC3-DFDD-422B-89FD-036CF53A9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EA3E12-A240-4FD5-896B-8636F699F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3EDA28-6F0C-4122-9F5C-A3F9A22B4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02FE-680C-4D44-8B27-8DE7637C71D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4923F6-31FF-4E8A-926A-728CB920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12C5E9-B5D7-47EB-94F0-5B2B0A97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6A10D-0CAF-4746-9820-0FBC01E56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920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866442-E351-4760-8E9A-7F25D4200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B5ACD3A-6002-4A4A-A39A-3138E3645D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57D603-882F-49EA-858B-6AB4E8D9A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4302D5-CB6C-4502-9DD8-51A1A020D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02FE-680C-4D44-8B27-8DE7637C71D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05E2D1-C796-4679-BDFE-13E5C2643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3B5CF6-77E5-40E7-B788-505D3052B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6A10D-0CAF-4746-9820-0FBC01E56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811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42CCC3-9664-48AE-8DD2-9C1AE8B7D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9ACDFD-F3B7-4F09-A59D-00A1BD725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7A8335-86BD-4B52-A280-9402F500A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02FE-680C-4D44-8B27-8DE7637C71D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5A9F15-01EF-401B-9ADC-D280B53FD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1C5F79-D2FB-4BDC-99B7-FE640AFA9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6A10D-0CAF-4746-9820-0FBC01E56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432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FB26CF1-7B21-45AB-B456-4872C130DA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D12D9A2-FC1D-469F-83CD-EA77047DC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905FAF-FA9D-4192-AC6F-C0094D349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D02FE-680C-4D44-8B27-8DE7637C71D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78076D-42F6-4D8A-BB22-44EEE83E2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D15FA7-3E20-4D0F-8D1E-084419515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6A10D-0CAF-4746-9820-0FBC01E56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437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F89C127-2196-4E5E-ADF7-87F344C3A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07F4F2-FA06-4B22-AE0B-7CC57465A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87876E-532B-4B0A-B2B5-D30700080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ED02FE-680C-4D44-8B27-8DE7637C71D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FD99D7-3FCE-4F73-9F13-C5B41BF530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9606BF-60B4-440D-8A2E-4C6E49C65C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36A10D-0CAF-4746-9820-0FBC01E56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7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pub/MLBoo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553485-6BD7-4FC5-8B5F-DAEA47295D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머신러닝</a:t>
            </a:r>
            <a:r>
              <a:rPr lang="ko-KR" altLang="en-US" dirty="0"/>
              <a:t> 도감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7004CAC-E4B8-494F-AE1A-9C34C2A811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그림으로 공부하는 </a:t>
            </a:r>
            <a:r>
              <a:rPr lang="ko-KR" altLang="en-US" dirty="0" err="1"/>
              <a:t>머신러닝</a:t>
            </a:r>
            <a:r>
              <a:rPr lang="ko-KR" altLang="en-US" dirty="0"/>
              <a:t> 알고리즘 </a:t>
            </a:r>
            <a:r>
              <a:rPr lang="en-US" altLang="ko-KR" dirty="0"/>
              <a:t>17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FDB8F91-C7F6-4FFE-85C9-6326CCB43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8E9887-9AAF-43A3-9A01-305786758C8E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1303238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75B919-0505-4555-A5C8-CC347DB65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지은이</a:t>
            </a:r>
            <a:r>
              <a:rPr lang="en-US" altLang="ko-KR" dirty="0"/>
              <a:t>, </a:t>
            </a:r>
            <a:r>
              <a:rPr lang="ko-KR" altLang="en-US" dirty="0"/>
              <a:t>옮긴이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53513B-9BD9-4973-835D-179796F10C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FF0000"/>
                </a:solidFill>
              </a:rPr>
              <a:t>지은이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r>
              <a:rPr lang="ko-KR" altLang="en-US" dirty="0" err="1"/>
              <a:t>아키바</a:t>
            </a:r>
            <a:r>
              <a:rPr lang="ko-KR" altLang="en-US" dirty="0"/>
              <a:t> </a:t>
            </a:r>
            <a:r>
              <a:rPr lang="ko-KR" altLang="en-US" dirty="0" err="1"/>
              <a:t>신야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스기야마</a:t>
            </a:r>
            <a:r>
              <a:rPr lang="ko-KR" altLang="en-US" dirty="0"/>
              <a:t> 아세이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데라다</a:t>
            </a:r>
            <a:r>
              <a:rPr lang="ko-KR" altLang="en-US" dirty="0"/>
              <a:t> </a:t>
            </a:r>
            <a:r>
              <a:rPr lang="ko-KR" altLang="en-US" dirty="0" err="1"/>
              <a:t>마나부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FFA9B4-680E-47E6-AA0B-47C0F7EBE4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FF0000"/>
                </a:solidFill>
              </a:rPr>
              <a:t>옮긴이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r>
              <a:rPr lang="ko-KR" altLang="en-US" dirty="0" err="1"/>
              <a:t>이중민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D968FE-B504-4A16-9D57-8638A2493E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167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F8A2F8-DBC9-4CE0-8DEB-7CD749DFF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 책의 특징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E8E80C-93D5-4C8E-8BDA-BC2146639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지도 학습과 분류</a:t>
            </a:r>
            <a:r>
              <a:rPr lang="en-US" altLang="ko-KR" dirty="0"/>
              <a:t>/</a:t>
            </a:r>
            <a:r>
              <a:rPr lang="ko-KR" altLang="en-US" dirty="0"/>
              <a:t>회귀 문제</a:t>
            </a:r>
            <a:r>
              <a:rPr lang="en-US" altLang="ko-KR" dirty="0"/>
              <a:t>, </a:t>
            </a:r>
            <a:r>
              <a:rPr lang="ko-KR" altLang="en-US" dirty="0"/>
              <a:t>비지도 학습과 차원 축소</a:t>
            </a:r>
            <a:r>
              <a:rPr lang="en-US" altLang="ko-KR" dirty="0"/>
              <a:t>/</a:t>
            </a:r>
            <a:r>
              <a:rPr lang="ko-KR" altLang="en-US" dirty="0" err="1"/>
              <a:t>클러스팅이라는</a:t>
            </a:r>
            <a:r>
              <a:rPr lang="ko-KR" altLang="en-US" dirty="0"/>
              <a:t> 여섯 가지 기준 아래 사전처럼 찾아볼 수 있는 </a:t>
            </a:r>
            <a:r>
              <a:rPr lang="en-US" altLang="ko-KR" dirty="0"/>
              <a:t>17</a:t>
            </a:r>
            <a:r>
              <a:rPr lang="ko-KR" altLang="en-US" dirty="0"/>
              <a:t>가지 알고리즘을 엄선하여 소개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10~20</a:t>
            </a:r>
            <a:r>
              <a:rPr lang="ko-KR" altLang="en-US" dirty="0"/>
              <a:t>행 이내의 </a:t>
            </a:r>
            <a:r>
              <a:rPr lang="ko-KR" altLang="en-US" dirty="0" err="1"/>
              <a:t>사이킷런</a:t>
            </a:r>
            <a:r>
              <a:rPr lang="ko-KR" altLang="en-US" dirty="0"/>
              <a:t> 코드로 구성해 부담 없이 코딩하고 결과를 확인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다양한 그래프를 통해 실제 알고리즘이 어떤 결과가 나오는지를 바로 보며 이해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44AC766-C9BE-464C-A40F-35E573A24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360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8F45B-FC0B-4F7D-A437-24C5E003B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수식과 기호</a:t>
            </a:r>
            <a:r>
              <a:rPr lang="en-US" altLang="ko-KR" dirty="0"/>
              <a:t>, </a:t>
            </a:r>
            <a:r>
              <a:rPr lang="ko-KR" altLang="en-US" dirty="0"/>
              <a:t>샘플 코드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4358257-99A3-46E5-A787-9DA4769699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</p:spPr>
            <p:txBody>
              <a:bodyPr/>
              <a:lstStyle/>
              <a:p>
                <a:r>
                  <a:rPr lang="ko-KR" altLang="en-US" dirty="0">
                    <a:solidFill>
                      <a:srgbClr val="FF0000"/>
                    </a:solidFill>
                  </a:rPr>
                  <a:t>벡터</a:t>
                </a:r>
                <a:endParaRPr lang="en-US" altLang="ko-KR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ko-KR" dirty="0"/>
              </a:p>
              <a:p>
                <a:r>
                  <a:rPr lang="ko-KR" altLang="en-US" dirty="0">
                    <a:solidFill>
                      <a:srgbClr val="FF0000"/>
                    </a:solidFill>
                  </a:rPr>
                  <a:t>행렬</a:t>
                </a:r>
                <a:endParaRPr lang="en-US" altLang="ko-KR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sSub>
                                <m:sSubPr>
                                  <m:ctrlPr>
                                    <a:rPr lang="en-US" altLang="ko-KR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ko-KR" dirty="0"/>
              </a:p>
              <a:p>
                <a:r>
                  <a:rPr lang="ko-KR" altLang="en-US" dirty="0">
                    <a:solidFill>
                      <a:srgbClr val="FF0000"/>
                    </a:solidFill>
                  </a:rPr>
                  <a:t>시그마</a:t>
                </a:r>
                <a:endParaRPr lang="en-US" altLang="ko-KR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4358257-99A3-46E5-A787-9DA4769699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  <a:blipFill>
                <a:blip r:embed="rId2"/>
                <a:stretch>
                  <a:fillRect l="-2088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9E6A9D7-7A5F-4415-A030-5D2DC50AB854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FF0000"/>
                </a:solidFill>
              </a:rPr>
              <a:t>실행환경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/>
              <a:t>python</a:t>
            </a:r>
            <a:r>
              <a:rPr lang="ko-KR" altLang="en-US" dirty="0"/>
              <a:t> </a:t>
            </a:r>
            <a:r>
              <a:rPr lang="en-US" altLang="ko-KR" dirty="0"/>
              <a:t>3.7.x, scikit-learn</a:t>
            </a:r>
          </a:p>
          <a:p>
            <a:r>
              <a:rPr lang="en-US" altLang="ko-KR" dirty="0" err="1"/>
              <a:t>Jupyter</a:t>
            </a:r>
            <a:r>
              <a:rPr lang="en-US" altLang="ko-KR" dirty="0"/>
              <a:t> Notebook(</a:t>
            </a:r>
            <a:r>
              <a:rPr lang="en-US" altLang="ko-KR" dirty="0" err="1"/>
              <a:t>ipynb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>
                <a:solidFill>
                  <a:srgbClr val="FF0000"/>
                </a:solidFill>
              </a:rPr>
              <a:t>샘플 프로그램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hlinkClick r:id="rId3"/>
              </a:rPr>
              <a:t>https://github.com/Jpub/MLBook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60AEED-C6A8-43B1-B5DA-3942950BDC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423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112</Words>
  <Application>Microsoft Office PowerPoint</Application>
  <PresentationFormat>와이드스크린</PresentationFormat>
  <Paragraphs>34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Cambria Math</vt:lpstr>
      <vt:lpstr>Office 테마</vt:lpstr>
      <vt:lpstr>머신러닝 도감</vt:lpstr>
      <vt:lpstr>지은이, 옮긴이</vt:lpstr>
      <vt:lpstr>이 책의 특징</vt:lpstr>
      <vt:lpstr>수식과 기호, 샘플 코드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 주영</dc:creator>
  <cp:lastModifiedBy>신 주영</cp:lastModifiedBy>
  <cp:revision>7</cp:revision>
  <dcterms:created xsi:type="dcterms:W3CDTF">2022-03-28T02:15:42Z</dcterms:created>
  <dcterms:modified xsi:type="dcterms:W3CDTF">2022-04-12T13:09:22Z</dcterms:modified>
</cp:coreProperties>
</file>
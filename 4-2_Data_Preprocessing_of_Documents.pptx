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97C926-23EA-4952-953F-BEB0BEB02E84}"/>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FCEB22FD-D1F4-4B8F-A888-8A10987928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8BA47787-5F3D-4721-A847-5C1AE594B7EF}"/>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7FB11D16-0A76-4313-925D-C3D4E58FD09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D439FD3-570C-482F-B238-4A015381AEA9}"/>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86842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9CB114-2FE4-4716-A82C-A9C58C27A83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3F18C6AD-3CE0-4DD8-B33D-DDBC5EAC47A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794F610-A4D0-47DF-9140-2C10B955E7EE}"/>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7202436E-41BC-4889-9595-4FBF702052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B86FABC-740C-4C06-8D8D-356499003598}"/>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57918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6BC582-F03E-4C5B-BAE0-C2B9CEF71EA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79A7F4B-6340-4BF1-BB8B-9A8B379A6A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4354EE0-E656-4333-81D0-C9151D34E5CF}"/>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4A31EEC3-513B-40D5-8E9F-1DB1330F06B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57D0C41-F4E0-401D-AD52-0F040C735380}"/>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3798151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B59DA1-4E6D-4EEF-B02A-8FF49FD27A2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405FD5C-F510-4A55-AC06-DDCBAC85927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CFEF8F0-FE94-4E8F-8149-0A86A41015B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F60FFBAC-2187-44EE-B93F-21A562989AD4}"/>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AFA9BE53-9518-49BD-9F11-132875C6931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A73B932-41E0-43F1-9C0C-0D26A7C94908}"/>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77409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C53842-5666-46C4-BC9C-09EEBBE9983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82BB86C5-73BB-46CD-82ED-BEBE8B327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6A98E46-55B7-493C-BE2C-CE7BBBB7E847}"/>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33DF60F-74F5-444D-998A-5209C89A5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E212126-3242-4B31-8E3A-699FC63D1B6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DBDE40F-315D-4BBA-85B8-7B28F7BB7526}"/>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8" name="바닥글 개체 틀 7">
            <a:extLst>
              <a:ext uri="{FF2B5EF4-FFF2-40B4-BE49-F238E27FC236}">
                <a16:creationId xmlns:a16="http://schemas.microsoft.com/office/drawing/2014/main" id="{445BC6FB-1A40-45E5-B8CA-C402F0D03D64}"/>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5864FB0-6272-4CE5-B9C6-682D785DB646}"/>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4014092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C901B2-2082-4473-9A5D-902EB9AF4935}"/>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F4DE920-9502-4A62-9643-CE5515FB9AEE}"/>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4" name="바닥글 개체 틀 3">
            <a:extLst>
              <a:ext uri="{FF2B5EF4-FFF2-40B4-BE49-F238E27FC236}">
                <a16:creationId xmlns:a16="http://schemas.microsoft.com/office/drawing/2014/main" id="{E7C23DEB-B85A-4832-84C1-90BA1C6AD16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3029438-FB08-4AAD-B5E1-06EBAF7A4E4A}"/>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1437508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554DE632-D7C5-4875-B740-93586E1F9A8E}"/>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3" name="바닥글 개체 틀 2">
            <a:extLst>
              <a:ext uri="{FF2B5EF4-FFF2-40B4-BE49-F238E27FC236}">
                <a16:creationId xmlns:a16="http://schemas.microsoft.com/office/drawing/2014/main" id="{63B7FF99-9C3C-4466-8E0A-79FF63A3473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C9F1337E-E56E-4722-9F43-D225B1D044F3}"/>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829763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C3961C-590B-4390-8E0E-4946931DEE6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163425-BA13-45E3-9B9A-856EAC0372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6CF7004E-8DBF-4D1C-845D-05A85E1029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A24D3AA-3F77-4B8A-AA84-D7BF4D9E6E79}"/>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650314B4-F5DB-418F-A59D-3CA7991D7EA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BA54ADC-629E-4FBA-8BB6-8F47F92C290B}"/>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1386003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AB8DAF-4BAF-4C79-B315-6DC24E86A4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DC72013E-E6C4-49EF-B49C-9EF201106E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F0A3CB6-88C0-46D0-8375-DA81B084E9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872A4BE-C1FC-45E9-9D05-0802B44DF48E}"/>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477A1C82-BE95-4B1B-AFA2-A57D1299016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4008B08-B542-4D14-B603-B2F0C4C3829B}"/>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265123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C2A05F-87B3-41A4-BBA0-4C8359A5E44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C27C911-3587-4914-8A4C-E0656188F6D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911776D-BF98-4124-80C2-B38F14DDE8FE}"/>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88F08B37-60F8-4868-B046-56D09C492DC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037829C-3F5C-490C-AD2B-7E432EA24606}"/>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1298999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E69DB6A-BBFB-4FEE-B331-C62192D643F2}"/>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E808342-B94A-4C3B-A551-9B5C2A9946C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5C1FD0F-A119-4F3E-A9E2-080020B21BDA}"/>
              </a:ext>
            </a:extLst>
          </p:cNvPr>
          <p:cNvSpPr>
            <a:spLocks noGrp="1"/>
          </p:cNvSpPr>
          <p:nvPr>
            <p:ph type="dt" sz="half" idx="10"/>
          </p:nvPr>
        </p:nvSpPr>
        <p:spPr/>
        <p:txBody>
          <a:body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87562E21-E280-4CE9-9024-87998FEEB50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1C1899B-CEA8-4790-BD6C-A78DF9C2D82F}"/>
              </a:ext>
            </a:extLst>
          </p:cNvPr>
          <p:cNvSpPr>
            <a:spLocks noGrp="1"/>
          </p:cNvSpPr>
          <p:nvPr>
            <p:ph type="sldNum" sz="quarter" idx="12"/>
          </p:nvPr>
        </p:nvSpPr>
        <p:spPr/>
        <p:txBody>
          <a:body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3285142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A292EFB-59D2-4815-9867-9D877D9543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4FABAF2B-9A0D-4815-BA15-95EE8ED40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ADF728E-35CE-49BB-93CF-E7EBE6B37E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01D3-2BCE-4D61-AF9A-063EF30D11F9}"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B21C9F13-3DFF-4DB5-AE70-C18A55C06D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12254D9-6249-4F63-B59F-E0BC40B07C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D3F3B-E0B8-486F-A17B-CBC73809D5D0}" type="slidenum">
              <a:rPr lang="ko-KR" altLang="en-US" smtClean="0"/>
              <a:t>‹#›</a:t>
            </a:fld>
            <a:endParaRPr lang="ko-KR" altLang="en-US"/>
          </a:p>
        </p:txBody>
      </p:sp>
    </p:spTree>
    <p:extLst>
      <p:ext uri="{BB962C8B-B14F-4D97-AF65-F5344CB8AC3E}">
        <p14:creationId xmlns:p14="http://schemas.microsoft.com/office/powerpoint/2010/main" val="369602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5033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133552-89C6-4110-A1BA-574671B2494A}"/>
              </a:ext>
            </a:extLst>
          </p:cNvPr>
          <p:cNvSpPr>
            <a:spLocks noGrp="1"/>
          </p:cNvSpPr>
          <p:nvPr>
            <p:ph type="title"/>
          </p:nvPr>
        </p:nvSpPr>
        <p:spPr/>
        <p:txBody>
          <a:bodyPr>
            <a:normAutofit/>
          </a:bodyPr>
          <a:lstStyle/>
          <a:p>
            <a:r>
              <a:rPr lang="en-US" altLang="ko-KR" dirty="0"/>
              <a:t>TF-IDF</a:t>
            </a:r>
            <a:br>
              <a:rPr lang="en-US" altLang="ko-KR" dirty="0"/>
            </a:br>
            <a:r>
              <a:rPr lang="en-US" altLang="ko-KR" sz="2400" dirty="0"/>
              <a:t>Term Frequency – Inverse Document Frequency</a:t>
            </a:r>
            <a:endParaRPr lang="ko-KR" altLang="en-US" dirty="0"/>
          </a:p>
        </p:txBody>
      </p:sp>
      <p:sp>
        <p:nvSpPr>
          <p:cNvPr id="3" name="내용 개체 틀 2">
            <a:extLst>
              <a:ext uri="{FF2B5EF4-FFF2-40B4-BE49-F238E27FC236}">
                <a16:creationId xmlns:a16="http://schemas.microsoft.com/office/drawing/2014/main" id="{0C46BAF6-FE94-4E49-919E-65EB69CF694E}"/>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TF-IDF is a weight used in information retrieval and text mining, and is a statistical value indicating how important a word is within a particular document when there are multiple document groups.</a:t>
            </a:r>
          </a:p>
          <a:p>
            <a:pPr algn="l">
              <a:buFont typeface="Arial" panose="020B0604020202020204" pitchFamily="34" charset="0"/>
              <a:buChar char="•"/>
            </a:pPr>
            <a:r>
              <a:rPr lang="en-US" altLang="ko-KR" b="0" i="0" dirty="0">
                <a:solidFill>
                  <a:srgbClr val="000000"/>
                </a:solidFill>
                <a:effectLst/>
              </a:rPr>
              <a:t>TF (Term frequency) is a value that indicates how often a particular word appears within a document, and the higher this value, the more important it is in the document.</a:t>
            </a:r>
          </a:p>
          <a:p>
            <a:pPr algn="l">
              <a:buFont typeface="Arial" panose="020B0604020202020204" pitchFamily="34" charset="0"/>
              <a:buChar char="•"/>
            </a:pPr>
            <a:r>
              <a:rPr lang="en-US" altLang="ko-KR" b="0" i="0" dirty="0">
                <a:solidFill>
                  <a:srgbClr val="000000"/>
                </a:solidFill>
                <a:effectLst/>
              </a:rPr>
              <a:t>However, if the word itself is frequently used within the document group, this means that the word appears frequently. This is called DF (document frequency), and the inverse of this value is called IDF (inverse document frequency).</a:t>
            </a:r>
          </a:p>
          <a:p>
            <a:endParaRPr lang="ko-KR" altLang="en-US" dirty="0"/>
          </a:p>
        </p:txBody>
      </p:sp>
      <p:pic>
        <p:nvPicPr>
          <p:cNvPr id="4" name="그림 3">
            <a:extLst>
              <a:ext uri="{FF2B5EF4-FFF2-40B4-BE49-F238E27FC236}">
                <a16:creationId xmlns:a16="http://schemas.microsoft.com/office/drawing/2014/main" id="{E2FD939B-3560-484C-A415-710A1CCB8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887868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4D1860-2000-4958-8393-1F70468895A2}"/>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15893FB6-A69D-4B5D-BBD1-D39075A7CF8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1418"/>
            <a:ext cx="5181600" cy="3779751"/>
          </a:xfrm>
        </p:spPr>
      </p:pic>
      <p:pic>
        <p:nvPicPr>
          <p:cNvPr id="8" name="내용 개체 틀 7">
            <a:extLst>
              <a:ext uri="{FF2B5EF4-FFF2-40B4-BE49-F238E27FC236}">
                <a16:creationId xmlns:a16="http://schemas.microsoft.com/office/drawing/2014/main" id="{1615254F-C1F4-4F47-B21D-E1DC7809937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11795"/>
            <a:ext cx="5181600" cy="2978998"/>
          </a:xfrm>
        </p:spPr>
      </p:pic>
      <p:pic>
        <p:nvPicPr>
          <p:cNvPr id="9" name="그림 8">
            <a:extLst>
              <a:ext uri="{FF2B5EF4-FFF2-40B4-BE49-F238E27FC236}">
                <a16:creationId xmlns:a16="http://schemas.microsoft.com/office/drawing/2014/main" id="{D62E119E-E077-4F71-ABC1-A2A62906F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56E2F647-1533-4777-A451-21C8D91B20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5490793"/>
            <a:ext cx="1971766" cy="342916"/>
          </a:xfrm>
          <a:prstGeom prst="rect">
            <a:avLst/>
          </a:prstGeom>
        </p:spPr>
      </p:pic>
    </p:spTree>
    <p:extLst>
      <p:ext uri="{BB962C8B-B14F-4D97-AF65-F5344CB8AC3E}">
        <p14:creationId xmlns:p14="http://schemas.microsoft.com/office/powerpoint/2010/main" val="198797186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135</Words>
  <Application>Microsoft Office PowerPoint</Application>
  <PresentationFormat>와이드스크린</PresentationFormat>
  <Paragraphs>9</Paragraphs>
  <Slides>3</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vt:i4>
      </vt:variant>
    </vt:vector>
  </HeadingPairs>
  <TitlesOfParts>
    <vt:vector size="6" baseType="lpstr">
      <vt:lpstr>맑은 고딕</vt:lpstr>
      <vt:lpstr>Arial</vt:lpstr>
      <vt:lpstr>Office 테마</vt:lpstr>
      <vt:lpstr>Evaluation Method and Data Preprocessing</vt:lpstr>
      <vt:lpstr>TF-IDF Term Frequency – Inverse Document Frequency</vt:lpstr>
      <vt:lpstr>Sample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Method and Data Preprocessing</dc:title>
  <dc:creator>신 주영</dc:creator>
  <cp:lastModifiedBy>신 주영</cp:lastModifiedBy>
  <cp:revision>3</cp:revision>
  <dcterms:created xsi:type="dcterms:W3CDTF">2022-04-13T03:55:12Z</dcterms:created>
  <dcterms:modified xsi:type="dcterms:W3CDTF">2022-04-13T04:00:46Z</dcterms:modified>
</cp:coreProperties>
</file>
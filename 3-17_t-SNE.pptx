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B14943-28C6-47F9-9588-17CB21E960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F044872-EA3A-4C62-849C-647DD2E744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945819-37D1-4BE3-B408-2AB26924D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DF805-0678-450C-A2DD-3C7E120B9DE9}" type="datetimeFigureOut">
              <a:rPr lang="ko-KR" altLang="en-US" smtClean="0"/>
              <a:t>2022-04-10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100553-881F-412B-AF22-89D7BF5C2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961466-BDF4-4115-83BC-8E3696EFE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5601B-F703-4AC7-A7FB-E1431E9773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962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DEB66E-926E-409B-B1E7-CFAF41F0D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8FA68E-E935-4423-AECA-7DAB408B3C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96AEE9-7AC7-48EA-8AF5-F7B13C924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DF805-0678-450C-A2DD-3C7E120B9DE9}" type="datetimeFigureOut">
              <a:rPr lang="ko-KR" altLang="en-US" smtClean="0"/>
              <a:t>2022-04-10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62E75C-177F-4DB4-9A15-9C19D263F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7B848B-BDFD-43EE-9C8A-3F237628D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5601B-F703-4AC7-A7FB-E1431E9773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4462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2E4F04-FCBC-4F59-888B-1502034C5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A4FFF6E-F47B-420F-9F07-168D74FE39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33278D-8CFF-4FAE-9ECB-A5EAC6B5F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DF805-0678-450C-A2DD-3C7E120B9DE9}" type="datetimeFigureOut">
              <a:rPr lang="ko-KR" altLang="en-US" smtClean="0"/>
              <a:t>2022-04-10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728646-484F-4B07-B005-54FDDFDA1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F5ECFC-43A8-45AD-8249-274C13DE7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5601B-F703-4AC7-A7FB-E1431E9773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6573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677372-D18C-4A43-85E0-53944F4C1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CF8A56-2F08-435F-BEE3-994AE9FD86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842BE80-4F46-4A4B-9615-10D07B46E1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905C1ED-77DA-485A-A8C8-6B94C2033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DF805-0678-450C-A2DD-3C7E120B9DE9}" type="datetimeFigureOut">
              <a:rPr lang="ko-KR" altLang="en-US" smtClean="0"/>
              <a:t>2022-04-10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E58C5F-29D3-4AAD-859B-BD8C92360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F342DF6-E00D-4D38-A55F-6C70F7266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5601B-F703-4AC7-A7FB-E1431E9773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0236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248D37-43A1-47D0-BF73-FE2C004E8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439AF41-93A4-4E93-9C70-D9CF5990B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98A69C0-FBB1-4956-8AA2-52F6F179B6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BF232F7-85CA-49AC-A347-F1FF5DF569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A80270B-1467-4790-9C36-DBCBE9838A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FE3C075-88CC-48F2-9F5A-CEF225451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DF805-0678-450C-A2DD-3C7E120B9DE9}" type="datetimeFigureOut">
              <a:rPr lang="ko-KR" altLang="en-US" smtClean="0"/>
              <a:t>2022-04-10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6028F53-F29D-4007-B1DE-4B3A811D8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35AF199-2BCD-4EED-A699-F3A9D207D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5601B-F703-4AC7-A7FB-E1431E9773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142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D5D705-BD32-4F32-A48B-A68EC6FE3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A7DC85E-78D6-4682-85C0-5F8D9003A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DF805-0678-450C-A2DD-3C7E120B9DE9}" type="datetimeFigureOut">
              <a:rPr lang="ko-KR" altLang="en-US" smtClean="0"/>
              <a:t>2022-04-10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0C005D7-12B4-4399-B342-5A5721DE8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6318BBF-A8A8-4F8E-88D9-F1A4BAF06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5601B-F703-4AC7-A7FB-E1431E9773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4845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B5596FE-0110-4E09-BF34-77D003C38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DF805-0678-450C-A2DD-3C7E120B9DE9}" type="datetimeFigureOut">
              <a:rPr lang="ko-KR" altLang="en-US" smtClean="0"/>
              <a:t>2022-04-10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7C5DD85-CA1B-476E-928C-DA62CDB7C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6660D4-EA87-44AA-9FA8-67BE7F730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5601B-F703-4AC7-A7FB-E1431E9773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871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0C6566-D4E9-4B46-9343-5A6FAE01C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A6D061-4B85-4D97-8C43-E1A6F2F66B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684DEE9-8026-432B-B145-1F8D67EBF1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8C3C37-3408-484B-8313-6850640AC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DF805-0678-450C-A2DD-3C7E120B9DE9}" type="datetimeFigureOut">
              <a:rPr lang="ko-KR" altLang="en-US" smtClean="0"/>
              <a:t>2022-04-10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4D4AE7B-585C-4299-B213-ACC3B9CFA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745E9A4-3F5D-468E-B5C3-4A1DF25C8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5601B-F703-4AC7-A7FB-E1431E9773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703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DB9B00-2C5E-456D-B4A3-A272B9DCF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BAD6884-1890-4064-9861-ED9B99014D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B1DBFC5-53DA-451B-A336-6CFCDFEDD4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150D1FE-CBAC-41AE-B713-1BF0D664E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DF805-0678-450C-A2DD-3C7E120B9DE9}" type="datetimeFigureOut">
              <a:rPr lang="ko-KR" altLang="en-US" smtClean="0"/>
              <a:t>2022-04-10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8D5E1A-B101-4DEE-8A6A-B0124332D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E1C9AE9-A099-4AAF-9030-B944F64FC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5601B-F703-4AC7-A7FB-E1431E9773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2215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C5C8F8-EE02-4BC3-9148-B86AEB55F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B5181E0-426C-4CAD-9E6C-DE0FBB26BB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6D99A2-1C7C-4625-9919-69A6F3307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DF805-0678-450C-A2DD-3C7E120B9DE9}" type="datetimeFigureOut">
              <a:rPr lang="ko-KR" altLang="en-US" smtClean="0"/>
              <a:t>2022-04-10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0EDA88-A0E1-465D-A540-7B3C24027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64B988-BC33-4DC2-9EC3-62AFB77BF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5601B-F703-4AC7-A7FB-E1431E9773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0372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494FD11-9F2C-494F-B11F-7604D59AEA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9F42655-A85F-4E4A-8D85-1FCBC71766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9E3ED6-C98A-4D77-A700-6B7E3CA75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DF805-0678-450C-A2DD-3C7E120B9DE9}" type="datetimeFigureOut">
              <a:rPr lang="ko-KR" altLang="en-US" smtClean="0"/>
              <a:t>2022-04-10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00EC9D-9D10-4F50-9DEE-51A7A3716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58D963-C0D8-4D91-B4CC-6863EA068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5601B-F703-4AC7-A7FB-E1431E9773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323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898BA52-63E9-472B-8975-C0F68108F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D91BAB-30F0-41C1-AFEA-71C9D0BD9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341BA5-29E7-4944-8422-5F11D22E56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EDF805-0678-450C-A2DD-3C7E120B9DE9}" type="datetimeFigureOut">
              <a:rPr lang="ko-KR" altLang="en-US" smtClean="0"/>
              <a:t>2022-04-10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848CC11-F792-4960-B9DE-E8E59BCCA0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232E79-7F56-4D2E-843A-1100B2BE62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75601B-F703-4AC7-A7FB-E1431E9773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7001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71E3C5-BDF0-4947-A8D6-D690CED2A6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Unsupervised Learning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5BB64F4-5683-4E4D-8FB5-54E770083D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t-distributed stochastic neighbor embedding, t-SNE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C680046-0F2D-406B-934D-2497A3FEBB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833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039-6517-4E3D-A561-CD5AC24AE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6C73AD-6A1F-4336-8A97-45B39F081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It is a method of dimensionally reducing complex data in high dimensions to two dimensions.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t-SNE is one of manifold learning and aims to visualize complex data.</a:t>
            </a:r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3CA0AF8-7840-4632-BAEC-9BC74151CD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552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562962-8B85-4367-9716-B39DE4FB3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F774E18B-8BBE-4D9E-8686-21B0FCD378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4337" y="1825625"/>
            <a:ext cx="4503325" cy="4351338"/>
          </a:xfr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EDD3078-659B-4BBE-8C8B-01B85D160E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592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323A33-2FA2-450A-BF6F-56353143A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9C9DA01-AEB3-4EB8-B67D-91FADFB7EC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t-SNE steps</a:t>
                </a:r>
              </a:p>
              <a:p>
                <a:pPr marL="742950" lvl="1" indent="-285750" algn="l">
                  <a:buFont typeface="Arial" panose="020B0604020202020204" pitchFamily="34" charset="0"/>
                  <a:buChar char="•"/>
                </a:pPr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The similarity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for all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ko-KR" b="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pairs is expressed as similarity using Gaussian distribution.</a:t>
                </a:r>
              </a:p>
              <a:p>
                <a:pPr marL="742950" lvl="1" indent="-285750"/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We randomly place the same number of points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in a low-dimensional space, and show the similarities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for all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ko-KR" b="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pairs using the t distribution.</a:t>
                </a:r>
              </a:p>
              <a:p>
                <a:pPr marL="742950" lvl="1" indent="-285750" algn="l">
                  <a:buFont typeface="Arial" panose="020B0604020202020204" pitchFamily="34" charset="0"/>
                  <a:buChar char="•"/>
                </a:pPr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If possible, the data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is updated so that the similarity distribution defined in 1 and 2 is the same.</a:t>
                </a:r>
              </a:p>
              <a:p>
                <a:pPr marL="742950" lvl="1" indent="-285750" algn="l">
                  <a:buFont typeface="Arial" panose="020B0604020202020204" pitchFamily="34" charset="0"/>
                  <a:buChar char="•"/>
                </a:pPr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Repeat step 3 until the convergence condition.</a:t>
                </a:r>
              </a:p>
              <a:p>
                <a:endParaRPr lang="ko-KR" altLang="en-US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9C9DA01-AEB3-4EB8-B67D-91FADFB7EC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A6CEB165-8135-4852-93D4-3F13D23018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377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C868EB-18C1-4CAF-AE29-DFD7B61BF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Sample Code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FCC25D-9F86-4336-9E47-283FD2CE2BF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Import libraries</a:t>
            </a:r>
          </a:p>
          <a:p>
            <a:r>
              <a:rPr lang="en-US" altLang="ko-KR" dirty="0"/>
              <a:t>Load data</a:t>
            </a:r>
          </a:p>
          <a:p>
            <a:r>
              <a:rPr lang="en-US" altLang="ko-KR" dirty="0"/>
              <a:t>Make t-SNE model</a:t>
            </a:r>
          </a:p>
          <a:p>
            <a:r>
              <a:rPr lang="en-US" altLang="ko-KR" dirty="0"/>
              <a:t>Print result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0AFC717C-2C7E-4F0E-A8D5-5B5DFA5F009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415958"/>
            <a:ext cx="5181600" cy="3170671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022C671-EE5B-46A3-9C47-0A23278590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97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141</Words>
  <Application>Microsoft Office PowerPoint</Application>
  <PresentationFormat>와이드스크린</PresentationFormat>
  <Paragraphs>17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맑은 고딕</vt:lpstr>
      <vt:lpstr>Arial</vt:lpstr>
      <vt:lpstr>Cambria Math</vt:lpstr>
      <vt:lpstr>Office 테마</vt:lpstr>
      <vt:lpstr>Unsupervised Learning</vt:lpstr>
      <vt:lpstr>Fundamental Concept</vt:lpstr>
      <vt:lpstr>Fundamental Concept</vt:lpstr>
      <vt:lpstr>Algorithm</vt:lpstr>
      <vt:lpstr>Sample 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신 주영</dc:creator>
  <cp:lastModifiedBy>신 주영</cp:lastModifiedBy>
  <cp:revision>8</cp:revision>
  <dcterms:created xsi:type="dcterms:W3CDTF">2022-04-10T06:51:31Z</dcterms:created>
  <dcterms:modified xsi:type="dcterms:W3CDTF">2022-04-10T06:57:08Z</dcterms:modified>
</cp:coreProperties>
</file>
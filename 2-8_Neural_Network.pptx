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374F2-410D-4C9A-8830-3A6A12049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3FFA8B-C5A9-4194-902E-AA5CCD44B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417ED8-6ABF-40DB-BFFC-32B4DE1C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642F06-D5CC-469D-AC31-FE1AD6AC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BDA55E-A903-43D2-9451-2BEA14282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276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BEEE7-41A4-41D4-8ADD-43D80FADF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EC83FB-08E6-4D31-A96D-E6603C414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A904FA-6F1A-4DFB-87B5-9A741676F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950F7-46E8-4248-A8D1-9F5AB702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B4F763-F0A5-47A5-9EC5-C7CC1F0A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145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ACF2E-3CB1-4A9C-9030-68460DB28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62663F-A878-49D8-A792-74B2EA273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72BF70-B902-438B-B25F-B6A488A5C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C9EF4E-AF32-42D7-8F5B-2702047CC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2FD9B-9873-4C04-B3A6-08E6D767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92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A3052C-F23F-49BD-8B97-B5A4FF7A4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CBD9F6-141C-4283-A408-4CFF835A7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6C0EEB-A1AC-4F07-B419-EB79BD188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6DD35F-C88D-483D-BA7A-C3D4D288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0EC4CC-19AE-45CB-BA96-328807A8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FC2D13-48E1-4389-B75C-6C1A157B8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89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F3344-EC7F-428F-A886-1C267D037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CB6197-F970-4BEA-A8B3-7AC9E0B9B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B09541-29DA-4D04-9931-15CFA2C57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FE1679-796B-4543-BD81-0356BDCE5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146878-C99D-4A6B-B772-E3A7DFAB5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4A8EB80-FA03-40C1-A88B-0FB5EEA3C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2102CB-667F-4AD0-9831-FD610621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8BBD67-2614-4364-B14E-A38EAE52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84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AEF430-573F-43B8-9D1A-B8C6AA4A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67F4C1-F63E-4C94-ACCD-77F60012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9055FD-61F6-447C-A5A7-17670082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A1C29D-8618-4BDC-99F1-0C1F7A766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8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747738-8E05-401C-A2DF-5E4321F90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2C077A-3793-457D-916C-CE6D1E36D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CF2E0A-2069-44A7-9CB4-5750FFDA9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94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51B80-366E-474B-9F77-F52761D8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B5099-6082-488D-80C6-E5DE7CF2F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96F5A-F44A-46E3-9322-3B9D76289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2AAEDF-69C9-43FB-82BA-81783DBD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307C39-7E4A-4BC0-B24E-E9640D36C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B84A39-799B-4B6B-BEFC-77C3E64C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036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87AD3-C5A5-4BE1-8A19-B9AD7487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50931B-E493-4661-98B5-001C45943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7876BA-B802-4202-BC3C-E9086B53D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C3D1F5-6C72-4035-9CBE-45BAF9A7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126DC0-0E97-46AE-8C6B-A35726E9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2A77B8-4DBD-4CF2-B6E4-36CC2A42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00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8DE5D-EB18-44B8-B5AE-42E4800C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F4FF36-881F-4173-8593-F600DA8D6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B622BD-C867-4997-9377-2206635A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125AEC-CED8-468B-823F-FB9C85D54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190F33-D448-45D8-B35C-F87D2B7A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432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7929B8-CE99-4DF5-8112-5886B588D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7814B8-BC91-4C72-8435-1842A4C69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5B99AD-334D-460B-84EB-C5849DDC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6D3479-4065-4D3D-A3AC-7678F5CD8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5ECC2E-F944-4369-B018-995C1AB0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73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09B260-775E-4542-B8F2-E86B3C279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710819-97AE-47D6-8973-4F9808578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D7B02-0470-43A3-9F81-C9ED39764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EA0BB-C783-4762-ADAD-4AE1164CAFDA}" type="datetimeFigureOut">
              <a:rPr lang="ko-KR" altLang="en-US" smtClean="0"/>
              <a:t>2022-04-03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5C3E88-8425-44DB-80CB-40037AC42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E1053B-FE57-4C92-82EE-D41B4A192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A5D83-25BF-40BA-B31A-4344EEE3C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94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D9859-7532-4A2F-887F-3702DDE3A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8FAB8B-9CCF-486C-9125-AFFDA58F76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Neural Network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A93EF0-7698-456F-B9CE-E271E40D6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3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BEC0F-973A-4441-A5D4-56E11BA90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38137"/>
            <a:ext cx="10512424" cy="1600200"/>
          </a:xfrm>
        </p:spPr>
        <p:txBody>
          <a:bodyPr>
            <a:normAutofit/>
          </a:bodyPr>
          <a:lstStyle/>
          <a:p>
            <a:r>
              <a:rPr lang="en-US" altLang="ko-KR" sz="4400" dirty="0"/>
              <a:t>Fundamental Concept</a:t>
            </a:r>
            <a:endParaRPr lang="ko-KR" altLang="en-US" sz="44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6AD481-92D6-44CA-89E4-64BDF5A31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12515"/>
            <a:ext cx="3932237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800" b="0" i="0" dirty="0">
                <a:solidFill>
                  <a:srgbClr val="000000"/>
                </a:solidFill>
                <a:effectLst/>
                <a:latin typeface="Helvetica Neue"/>
              </a:rPr>
              <a:t>A neural network is a model that learns complex decision lines by defining a hidden layer between the input layer and the output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800" b="0" i="0" dirty="0">
                <a:solidFill>
                  <a:srgbClr val="000000"/>
                </a:solidFill>
                <a:effectLst/>
                <a:latin typeface="Helvetica Neue"/>
              </a:rPr>
              <a:t>It can be applied to both regression and classification, but it is mainly applied to classification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800" b="0" i="0" dirty="0">
                <a:solidFill>
                  <a:srgbClr val="000000"/>
                </a:solidFill>
                <a:effectLst/>
                <a:latin typeface="Helvetica Neue"/>
              </a:rPr>
              <a:t>The above figure is a neural network in which the input layer is 2D, the hidden layer is 2D, and the output layer is 1D.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2E10E0-8461-4189-9521-30A4AC04F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A5CF627-F397-4AA6-8794-71B460283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297" y="2312515"/>
            <a:ext cx="655891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87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4B01E-7A91-4737-AAA0-70682B0B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62202F7-D087-48B5-AEF4-D296A2C98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485151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A131467-1230-4D3D-A161-536D287B7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45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4B01E-7A91-4737-AAA0-70682B0B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br>
              <a:rPr lang="en-US" altLang="ko-KR" dirty="0"/>
            </a:br>
            <a:r>
              <a:rPr lang="en-US" altLang="ko-KR" sz="2800" dirty="0"/>
              <a:t>fault perceptron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131467-1230-4D3D-A161-536D287B7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F59CF8-6800-4F7A-B9AC-FB90E46F8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After applying a neural network to classifying NIST, a dataset composed of cursive letters, we will check the classification results.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NIST has 10 cursive letters ranging from 0 to 9.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input layer represents the input cursive numeric image itself.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pixel values of each point are stored in a 1D column vector.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hidden layer calculates a value received from the input layer with a nonlinear function such as a sigmoid function.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larger the hyperparameters, the more complex decision lines are learned, but overfitting is likely to occur.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output layer also calculates the value received from the hidden layer as a nonlinear function.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output layer outputs 10 probabilities that the input cursive numerical image belongs to one of 0 to 9.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384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4B01E-7A91-4737-AAA0-70682B0B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br>
              <a:rPr lang="en-US" altLang="ko-KR" dirty="0"/>
            </a:br>
            <a:r>
              <a:rPr lang="en-US" altLang="ko-KR" sz="2800" dirty="0"/>
              <a:t>fault perceptron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131467-1230-4D3D-A161-536D287B7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BDF59CF8-6800-4F7A-B9AC-FB90E46F8B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A fault perceptron is a model that identifies data by applying a nonlinear function to a result obtained by multiplying a feature by a weight.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For example, if feature is 2D, input feature 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).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we 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as a weight,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as a bias.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Weight and bias are parameters used for learning.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non-linear function f is called activation function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probability y is calculated using the sum of the weights and features. In this case, the activation function uses a sigmoid function or the like.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en-US" altLang="ko-KR" b="0" i="0" dirty="0">
                  <a:solidFill>
                    <a:srgbClr val="000000"/>
                  </a:solidFill>
                  <a:effectLst/>
                  <a:latin typeface="Helvetica Neue"/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BDF59CF8-6800-4F7A-B9AC-FB90E46F8B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081" r="-1275" b="-33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979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4B01E-7A91-4737-AAA0-70682B0B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br>
              <a:rPr lang="en-US" altLang="ko-KR" dirty="0"/>
            </a:br>
            <a:r>
              <a:rPr lang="en-US" altLang="ko-KR" sz="2800" dirty="0"/>
              <a:t>fault perceptron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131467-1230-4D3D-A161-536D287B7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469FEBB-948C-4522-8A25-FEE186844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31" y="1825625"/>
            <a:ext cx="8591938" cy="4351338"/>
          </a:xfrm>
        </p:spPr>
      </p:pic>
    </p:spTree>
    <p:extLst>
      <p:ext uri="{BB962C8B-B14F-4D97-AF65-F5344CB8AC3E}">
        <p14:creationId xmlns:p14="http://schemas.microsoft.com/office/powerpoint/2010/main" val="382212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32C1BADC-93F0-4BEC-ACDC-028B7337C9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" b="336"/>
          <a:stretch>
            <a:fillRect/>
          </a:stretch>
        </p:blipFill>
        <p:spPr>
          <a:xfrm>
            <a:off x="6521044" y="1751842"/>
            <a:ext cx="4834343" cy="3817241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E9A2AB6C-DF30-4F90-892E-16A9BF1531E1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2057400"/>
                <a:ext cx="4831170" cy="381158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ko-KR" sz="2400" b="0" i="0" dirty="0">
                    <a:solidFill>
                      <a:srgbClr val="000000"/>
                    </a:solidFill>
                    <a:effectLst/>
                  </a:rPr>
                  <a:t>It also simply shows only the input and output parts.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ko-KR" sz="2400" dirty="0"/>
                  <a:t>Fault perceptron have similar characteristics to logistic regression.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ko-KR" sz="2400" dirty="0"/>
                  <a:t>If activation function </a:t>
                </a:r>
                <a14:m>
                  <m:oMath xmlns:m="http://schemas.openxmlformats.org/officeDocument/2006/math"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2400" dirty="0"/>
                  <a:t> is only sigmoid function, fault perception is same as logistic regression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E9A2AB6C-DF30-4F90-892E-16A9BF1531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2057400"/>
                <a:ext cx="4831170" cy="3811588"/>
              </a:xfrm>
              <a:blipFill>
                <a:blip r:embed="rId3"/>
                <a:stretch>
                  <a:fillRect l="-1768" t="-2240" r="-31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DEA1C74C-B669-412B-8B25-D30754F0C9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1CE6B8-C88A-48D6-860A-7EB880CD8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5795905" cy="1600200"/>
          </a:xfrm>
        </p:spPr>
        <p:txBody>
          <a:bodyPr>
            <a:normAutofit fontScale="90000"/>
          </a:bodyPr>
          <a:lstStyle/>
          <a:p>
            <a:r>
              <a:rPr lang="en-US" altLang="ko-KR" sz="4900" dirty="0"/>
              <a:t>Fundamental Concept</a:t>
            </a:r>
            <a:br>
              <a:rPr lang="en-US" altLang="ko-KR" sz="4400" dirty="0"/>
            </a:br>
            <a:r>
              <a:rPr lang="en-US" altLang="ko-KR" sz="3100" dirty="0"/>
              <a:t>fault perceptron</a:t>
            </a:r>
            <a:endParaRPr lang="ko-KR" altLang="en-US" sz="3100" dirty="0"/>
          </a:p>
        </p:txBody>
      </p:sp>
    </p:spTree>
    <p:extLst>
      <p:ext uri="{BB962C8B-B14F-4D97-AF65-F5344CB8AC3E}">
        <p14:creationId xmlns:p14="http://schemas.microsoft.com/office/powerpoint/2010/main" val="2249649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4B01E-7A91-4737-AAA0-70682B0B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br>
              <a:rPr lang="en-US" altLang="ko-KR" dirty="0"/>
            </a:br>
            <a:r>
              <a:rPr lang="en-US" altLang="ko-KR" sz="2800" dirty="0"/>
              <a:t>Neural Network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131467-1230-4D3D-A161-536D287B7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F59CF8-6800-4F7A-B9AC-FB90E46F8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 neural network is a model that defines several fault perceptron to represent complex decision line.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fault perceptron can't learn decision line correctly.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Set a hidden layer between the input and output.</a:t>
            </a:r>
          </a:p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Set the decision to make the final decision by combining the      output results of the two layers.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8445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C59D1-BE0D-43F7-AB4B-71C14BF10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96AC92-1727-4820-A2D2-6545B4DBEF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Load data</a:t>
            </a:r>
          </a:p>
          <a:p>
            <a:r>
              <a:rPr lang="en-US" altLang="ko-KR" dirty="0"/>
              <a:t>Reshape images</a:t>
            </a:r>
          </a:p>
          <a:p>
            <a:r>
              <a:rPr lang="en-US" altLang="ko-KR" dirty="0"/>
              <a:t>Set label data</a:t>
            </a:r>
          </a:p>
          <a:p>
            <a:r>
              <a:rPr lang="en-US" altLang="ko-KR" dirty="0"/>
              <a:t>Set training, test data</a:t>
            </a:r>
          </a:p>
          <a:p>
            <a:r>
              <a:rPr lang="en-US" altLang="ko-KR" dirty="0"/>
              <a:t>put training data to model</a:t>
            </a:r>
          </a:p>
          <a:p>
            <a:r>
              <a:rPr lang="en-US" altLang="ko-KR" dirty="0"/>
              <a:t>Predict result</a:t>
            </a:r>
          </a:p>
          <a:p>
            <a:r>
              <a:rPr lang="en-US" altLang="ko-KR" dirty="0"/>
              <a:t>Check accuracy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E852992-D2B2-45D2-8EFC-C9223CEF53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0956"/>
            <a:ext cx="5181600" cy="3360675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2620791-94BE-4605-8926-37034AFBC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030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C59D1-BE0D-43F7-AB4B-71C14BF10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Early stopping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96AC92-1727-4820-A2D2-6545B4DBEF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Some of the learning data is further divided into evaluation data used during learning.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stores evaluation indicators such as loss in order with evaluation data used during learning so that the degree of learning progress can be known.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If there are signs of overfitting during learning, the learning is terminated in the middle.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620791-94BE-4605-8926-37034AFBC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E8875F3-42B0-4593-A556-217FB1380F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43969"/>
            <a:ext cx="5181600" cy="2914649"/>
          </a:xfrm>
        </p:spPr>
      </p:pic>
    </p:spTree>
    <p:extLst>
      <p:ext uri="{BB962C8B-B14F-4D97-AF65-F5344CB8AC3E}">
        <p14:creationId xmlns:p14="http://schemas.microsoft.com/office/powerpoint/2010/main" val="3321481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528</Words>
  <Application>Microsoft Office PowerPoint</Application>
  <PresentationFormat>와이드스크린</PresentationFormat>
  <Paragraphs>48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Helvetica Neue</vt:lpstr>
      <vt:lpstr>맑은 고딕</vt:lpstr>
      <vt:lpstr>Arial</vt:lpstr>
      <vt:lpstr>Cambria Math</vt:lpstr>
      <vt:lpstr>Office 테마</vt:lpstr>
      <vt:lpstr>Supervised Learning</vt:lpstr>
      <vt:lpstr>Fundamental Concept</vt:lpstr>
      <vt:lpstr>Fundamental Concept</vt:lpstr>
      <vt:lpstr>Fundamental Concept fault perceptron</vt:lpstr>
      <vt:lpstr>Fundamental Concept fault perceptron</vt:lpstr>
      <vt:lpstr>Fundamental Concept fault perceptron</vt:lpstr>
      <vt:lpstr>Fundamental Concept fault perceptron</vt:lpstr>
      <vt:lpstr>Fundamental Concept Neural Network</vt:lpstr>
      <vt:lpstr>Sample Code</vt:lpstr>
      <vt:lpstr>Early stopping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27</cp:revision>
  <dcterms:created xsi:type="dcterms:W3CDTF">2022-04-03T11:28:47Z</dcterms:created>
  <dcterms:modified xsi:type="dcterms:W3CDTF">2022-04-03T13:38:03Z</dcterms:modified>
</cp:coreProperties>
</file>
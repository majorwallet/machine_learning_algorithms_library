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76B55-95E0-4C7F-9FDB-1B50A7464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8E0615-0682-43DB-B033-473725F5E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96C6C-511D-4AB8-AA17-030171FC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FCBA8-9936-400A-81A3-8628326E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FE559-CCAB-4AC2-BC37-FB17A38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34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F9F01-BDDD-4541-B95C-15DBA7C0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E8E32-BF30-4AB4-B622-B84290D38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1FD3EA-EFF1-4892-8E3E-E43A7D03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F69E3-DB49-4B2F-A0EF-AD011F6B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63B6C-B309-4A9B-A6B8-44DFEA51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6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CF108-CFC9-413B-BF5F-0280A688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1F5A09-D44C-4233-BAFA-2CB5A54DE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D8697C-EC7D-4BD6-A2C0-7EBFB28D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F3072-3DC2-4585-B6E2-8AEB1ABB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4CC663-082A-4AEB-98AE-3D4031F8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6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34456-4085-4309-87C7-4DC473F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7E8C3F-0537-4625-A3D3-96102A8CD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D9D44C-FBCD-4884-A578-5598B326D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9FDA89-CD63-497D-8656-22A2C9B4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5725FB-F971-4573-B783-51282E40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D4FE56-ACF1-4CB3-AF90-57258E1F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12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C1CE9-F2B3-4CAE-B591-1571609F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93CAD-F295-4920-9330-1BC1F8AF2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FD3CC9-B18E-4BD9-9BC7-4DDBE8B76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8E3E53-762C-4888-A550-F3462AC7E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A81E91-8C8C-47C1-821D-2CD55DB0E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4C3978-FD08-4B1F-8FD4-82BDB362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3B180C-28C3-4CC9-AF93-89C0A6D1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9C865F-2EB7-4D56-9A42-6338AB4F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08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22885-E04F-4B72-989E-F70EA44E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E11FFA-0D5A-49BF-9536-4EAD5C5F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237874-0C5E-460C-A241-FFDD9D14A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43686F-BE69-4E6F-A9ED-A078DAD1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18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0288D1-4A18-4EB7-AC39-A63E2AA9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DAD16F-068B-4AF3-8B83-D684F286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40AAC0-E488-4BCE-A5DE-EEF0393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10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CE2C-C642-414C-BF32-A8CDAC90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B55D25-7218-4B2C-9F32-95122A0D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EBCB07-64FF-4200-ADF9-5368EE71F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97C938-AE5C-4DC8-8FA6-CB2F9458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438C8-5CAB-4CF6-AC82-DD7F947E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EF4480-2603-4FA4-A403-28D16008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53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98EA4-B9EB-48E9-BC99-C9BB1358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85314A-B389-4640-B152-4AF4AEF47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CF6ADB-8DFC-4D79-8232-6465923F3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E344B5-9FBD-4A25-8A2B-6851E1EF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EB5755-7888-4FB1-8024-7AEC6C079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E69B0C-2D85-47DF-8D9A-3436B083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7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B55DD-3FA4-4A59-8BD8-74C021DD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BD3B40-E0CA-4097-A312-F8A5B682E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530E2-1A5E-4718-890A-DE332AEE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F04C7-63C3-419D-9527-D5FC4AA0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58E3C-31B2-4367-A4FE-7C53A55B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24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10C5CA-40CD-4B03-9604-3AACAC88B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CADE33-1037-4C52-B6E4-7623A410F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EFD57-CEAB-4F31-85D2-8E41EB46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91F14D-11F4-48A2-9E16-25B7E3C6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7358D-52F7-4402-AA03-158104E8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3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8BD3A8-C893-4F66-A018-33B1A791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0933B-475D-4BEC-A2C0-D8353267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09514-AAD1-4E8D-ABB3-14CE35C3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43B0E-6202-4895-BFC0-628D36E1D122}" type="datetimeFigureOut">
              <a:rPr lang="ko-KR" altLang="en-US" smtClean="0"/>
              <a:t>2022-04-08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2F0FD-C2C7-4464-8AC3-DF2CF0223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DAA23-CD29-49F3-862C-E574D6B36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4598B-4EB5-45D2-A01C-7B363B573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16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58025-647C-47D7-A8CA-865111C37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1C490-1BC5-4C61-B3A0-843845EAD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Dirichlet Allocation, LDA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B4AA6-7872-4FDA-9FFD-A0AAF465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F79E4-85D0-4CC3-B80C-F1336499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E9F59-1E95-44A1-805E-84C0D16A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One of the dimensional reduction methods suitable for modeling documents.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Various topics can be covered by using words in the document as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NLP,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Create latent topics with the words in the document to indicate what each document is composed of.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You can explain that there are multiple topics in a document.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21922E-B3CC-4BFF-8FFB-688BE5E1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B58DD-9F24-4076-A4F2-12280CC4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AC127-8501-45D0-861A-EA8D8220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Assign a topic randomly to each word in a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each topic in a document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words by topic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Reassign the topic to each word in the document with the probability of multiplying by 2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Repeat courses 2 through 4 until converging conditions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8FF5CB-D1E9-4532-8D78-90A492F7E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0D15F-AE16-4388-8E34-5A3885E9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32DB0-D62F-4CA3-906A-1E2166923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max feature</a:t>
            </a:r>
          </a:p>
          <a:p>
            <a:r>
              <a:rPr lang="en-US" altLang="ko-KR" dirty="0"/>
              <a:t>Set stop words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33D591-C906-4440-865D-2E50F80BE2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16368"/>
            <a:ext cx="5181600" cy="336985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CD326E-F2B0-4319-A131-1B4D6D77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2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95DA5-A644-45D4-ADA6-E65EB2CC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Disposal of stop word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8046F-55FA-40CD-AE27-344932E9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4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:00 10 25 15 12 11 16 20 14 13 18 30 50 17 55 40 21 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6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:people said know did don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didn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just time went like say think told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00000"/>
                </a:solidFill>
                <a:effectLst/>
              </a:rPr>
              <a:t>As described above, the distribution of topics that are difficult to intuitively explain the topic can be improved by learning to exclude stop word.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1AA622-A187-465F-8F10-D64AF6C8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5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226</Words>
  <Application>Microsoft Office PowerPoint</Application>
  <PresentationFormat>와이드스크린</PresentationFormat>
  <Paragraphs>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Unsupervised Learning</vt:lpstr>
      <vt:lpstr>Fundamental Concept</vt:lpstr>
      <vt:lpstr>Algorithm</vt:lpstr>
      <vt:lpstr>Sample Code</vt:lpstr>
      <vt:lpstr>Disposal of stop word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4</cp:revision>
  <dcterms:created xsi:type="dcterms:W3CDTF">2022-04-08T09:00:30Z</dcterms:created>
  <dcterms:modified xsi:type="dcterms:W3CDTF">2022-04-08T09:10:55Z</dcterms:modified>
</cp:coreProperties>
</file>
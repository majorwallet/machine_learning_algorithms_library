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EC99B-4BCA-4817-B977-92B75DE21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A3E5CA-188D-43A3-8B7B-C4ECCCA84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23F4D5-98C1-4AD6-B6EA-7E808AE6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B015D-8E68-4153-BA4E-BA96739AF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B20AA-BE79-4253-9D42-620FCC7E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21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5DBE5-4E68-4BD8-BFC4-639B90E9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B6415-DB4B-43D2-BB0B-6F25CF71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B47EDA-B278-4CE4-9505-8AFA3BFD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BCC463-E026-41C6-ADA5-5F56EDC0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BA46A-2851-4130-8232-099FB30C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08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AC034-C46D-418B-9673-E85BCC797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3264A5-E92F-49E6-BCEF-F4813989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639AC-D008-4CE7-8821-233B7DDF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839E9-6215-48FF-8A0D-0590D25B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188AF5-D541-4DEC-A2A8-81B23F9A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26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69766-524F-4B74-88D5-498C5850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DE0A1-8822-48A0-BED0-0BDFD2604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BA9D7D-A884-4DAC-A919-B7922BAE1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D1D7BE-4297-44A7-80C2-C19AC980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ACEA38-68E7-43F2-87E2-3B07F884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FE463-EE84-482C-A829-8D914BC4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61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838F8-E5AC-4EF0-B9B0-1584A92D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9EF25A-DDA8-442B-859E-00D14D693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FECE34-7540-4143-B4D5-1331DA885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8141B6-B6BA-4F2D-8C49-1B6A36966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568D86-9F42-4445-8F11-E678FD3DB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1537C7-72FF-416F-B99A-4405DD79C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A70B3C-9477-4EE4-8A7C-7788256D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EB5AFD-1A48-4ACB-B601-A8DF5830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98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6B491-3DC9-4039-9230-EE8B1FE2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DC3583-1AEB-4443-A6FE-222ED513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4D034B-E013-4E31-B968-FD3825F4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35DD7D-2173-4513-96F5-985F5CE3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89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2B3041-78F1-419D-AA31-ECBF4010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AAD440-1482-42BF-A3B3-B83EB856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DDCE3F-B201-46E5-B334-0E9495AD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47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EEE27-A86B-45DA-879D-97E31EF0D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676A0-9958-44B7-A7A7-98B52076C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F5FF51-FAE9-4B6D-B879-6636023AE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4692F7-9D22-48BA-8AC7-84B64B98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19A3E8-5F98-4212-B83D-C1E78C76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DA7D2A-6995-4D22-BB6B-E15B4107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55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7050-E554-452E-8ADA-6C7D26840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8D85D1-A327-4AFD-BB49-D3B16F6AE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14E1F3-FB5C-43CA-907A-04EDC8C16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70DAC-4B52-4048-9275-2E1E0201F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534B75-83F1-405D-A066-02CAD0B7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52CA34-F4B8-490B-9DC2-40D5A11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71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A1F59-3D64-427B-95B8-E8AE25AF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CE7B11-E084-4541-81A9-94838F75F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4EEAC-6FB4-48C6-9F4D-2F60B433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330B6-E1B9-4349-9487-44C5A600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52C276-951E-4D7E-8410-0C215272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4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9F0757-4617-4A48-8067-14A9765C2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DE9BB8-2FEB-45C7-A8E8-DC2B872E5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A8409-56F9-4940-B704-EBBBF3C84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F1C086-8FF7-4057-89F3-72EE4ED8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CF4FA0-1D3B-46FC-B4E3-451A15E3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69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FE3CCA-392E-46EA-BAF4-D93DDB77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BA01C4-EE78-40DD-80FE-46B6755A1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A06FF7-E332-43CC-BCE9-97C748394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49D17-EDBC-41C5-8AD7-F8E98A9FCDB2}" type="datetimeFigureOut">
              <a:rPr lang="ko-KR" altLang="en-US" smtClean="0"/>
              <a:t>2022-04-09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E8713-37D9-4959-872D-802CD010E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A200F9-6AE5-4CA5-81CB-A15186C50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7FCB0-E17A-451B-99DF-B9EA4C084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13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D614-9794-4866-8A3E-B32B27A9E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6A905D-3B79-44D1-BC18-D190AA2A2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K-Means Algorithm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5B35E9-49A0-43D0-AEDC-024F33813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 method of dividing data of similar characteristics into groups is called clustering.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group to which the data points belong is determined as the group whose distance between the data points and the center of each group is closest.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Determining the center of this group is an important operation of the K-means algorithm.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4BD4B49-D049-4E8A-8A2B-AF775A876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4" y="1825625"/>
            <a:ext cx="10443211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3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K-means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algorithmd's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learning process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and center the appropriate number of data pointers by the number of groups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Calculates the distance between a data point and each center to determine the nearest center as the group to which that data point belongs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Average data points for each group and set them as new centers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2-3 until convergence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57A3363-7634-4D68-A814-3A41CA6BD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35" y="1690688"/>
            <a:ext cx="8832329" cy="4433415"/>
          </a:xfrm>
        </p:spPr>
      </p:pic>
    </p:spTree>
    <p:extLst>
      <p:ext uri="{BB962C8B-B14F-4D97-AF65-F5344CB8AC3E}">
        <p14:creationId xmlns:p14="http://schemas.microsoft.com/office/powerpoint/2010/main" val="3262002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354A9-E25D-4171-A135-36DC7306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BA53F-C12B-475D-AD6E-983850A690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iris dataset</a:t>
            </a:r>
          </a:p>
          <a:p>
            <a:r>
              <a:rPr lang="en-US" altLang="ko-KR" dirty="0"/>
              <a:t>Make K-Means model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n_cluster</a:t>
            </a:r>
            <a:endParaRPr lang="en-US" altLang="ko-KR" dirty="0"/>
          </a:p>
          <a:p>
            <a:r>
              <a:rPr lang="en-US" altLang="ko-KR" dirty="0"/>
              <a:t>Fit data</a:t>
            </a:r>
          </a:p>
          <a:p>
            <a:r>
              <a:rPr lang="en-US" altLang="ko-KR" dirty="0"/>
              <a:t>Print labels</a:t>
            </a:r>
          </a:p>
          <a:p>
            <a:r>
              <a:rPr lang="en-US" altLang="ko-KR" dirty="0"/>
              <a:t>Print cluster’s center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D0F5793-8987-43C0-B010-2C669D3DC4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55057"/>
            <a:ext cx="5181600" cy="409247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001D21-B820-4D44-8F25-9B96EA1C5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0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Within-cluster sum of squares, WCSS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good or bad of clustering is evaluated quantitatively by calculating the WCSS.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smaller the distance between the center of the group and the data point belonging to the group, the smaller the WCSS value.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7CB3D4-74BC-4463-9E46-4860B837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598" y="4001294"/>
            <a:ext cx="3978803" cy="13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63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WCSS elbow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number of clusters can be determined using the WCSS elbow-method.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Determine the number based on the point on the graph that looks like an elbow.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9A9959-70BC-4DF5-A5B2-4D3A0B235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662" y="3628553"/>
            <a:ext cx="38766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9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3E830-5C97-4A75-9BC1-361A4198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Over-fitting in unsupervised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77D35-8D6A-4A99-BAF4-3952F2BA0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If there are too many clusters for a particular dataset, a generalized model is not created.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For example, there are three actual types of iris varieties, but setting the cluster to five creates an unsuitable model.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9FAC72-A3C3-492E-B174-FF1E2EF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268</Words>
  <Application>Microsoft Office PowerPoint</Application>
  <PresentationFormat>와이드스크린</PresentationFormat>
  <Paragraphs>31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Unsupervised Learning</vt:lpstr>
      <vt:lpstr>Fundamental Concept</vt:lpstr>
      <vt:lpstr>Fundamental Concept</vt:lpstr>
      <vt:lpstr>Algorithm</vt:lpstr>
      <vt:lpstr>Algorithm</vt:lpstr>
      <vt:lpstr>Sample Code</vt:lpstr>
      <vt:lpstr>Within-cluster sum of squares, WCSS</vt:lpstr>
      <vt:lpstr>WCSS elbow method</vt:lpstr>
      <vt:lpstr>Over-fitting in unsupervised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신 주영</dc:creator>
  <cp:lastModifiedBy>신 주영</cp:lastModifiedBy>
  <cp:revision>10</cp:revision>
  <dcterms:created xsi:type="dcterms:W3CDTF">2022-04-09T04:41:33Z</dcterms:created>
  <dcterms:modified xsi:type="dcterms:W3CDTF">2022-04-09T05:32:48Z</dcterms:modified>
</cp:coreProperties>
</file>
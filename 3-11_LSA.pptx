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E6CD3-006F-4187-9658-7C019CCBE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4192DB-5A7B-4712-BA16-0BCDA4E7E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B4F134-E33B-49CA-ACCB-B9F655E9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4947C-32E4-414D-BDE3-7F16801B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1D362-3669-4577-A8F8-080BB414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11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5D51D-D5D0-4853-8144-861022444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2E439-3633-4FDC-8F55-8FEF9F132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E9E388-F620-4ECF-A082-EA973641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BA0A2-1767-423F-AE54-8A6B9678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43E6C-744D-4B3A-9EA0-F62EF3C1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76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F697-E1F4-4646-ADD8-140863EE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195389-ADB3-41CE-A74A-CCF6392EF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4CAD8-CBAB-497C-BECE-65C3564F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FE457-235F-4472-B2BA-4E625A31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6B4155-275D-4F53-9FE1-D21527C6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89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59A90-E31C-40E0-AE04-D819DB37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ABCF52-E416-4843-92DC-F8B13802D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8D1FD8-AE74-426B-986A-FDFB99001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69175-F17A-4DB7-951A-3BBBB333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B14ADA-8D92-4538-8857-2507D203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46584E-2190-4509-940C-EB9BAC34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17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65176-75F9-46D4-B672-3698DA80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7BB5E5-A087-4E87-B984-717911BE2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4A4219-FE9A-4689-8CDD-DA730CBFF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086795-B137-448F-A8DB-43B7E7312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BD3AB9-48DA-455E-8BA0-9ADB1BC52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037EA5-B7DF-4AC5-A44A-F50D4237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28F666-3AAE-44ED-BBC5-3E533BF7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82733B-0A36-4D15-AB5E-7A907000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07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6B07C-67B6-4029-A13B-6787B8BE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F0B9EE-4F85-43E4-A74E-78AED2E0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F2D6D3-20FD-4015-A1B1-7523725B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25E45C-CCDF-4DED-A4DA-98D2332F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75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767D98-D902-42A9-9984-79CC0F86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115068-51CA-4B7F-A8A4-99FCA932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684ADF-1666-4B07-80FB-AC09EB98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42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40652-3A9F-4289-B0DF-57A42169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9AE2A0-E8B3-41D9-A996-84DC42DCF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6B485A-1CE9-40FE-8BA3-52EE33ED2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905D2B-E423-4FD9-BAEB-EF55BE7C3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85E1A1-01F9-4A49-9803-9626553B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F086AB-04A3-41D3-A5AC-BD2C7015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34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D0A0B-3661-4DD7-B0CB-243CA91C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30509B-570C-412F-894B-7D1EC4783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2BEFCC-3B92-477E-9CA1-029ED2E69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E98404-65DE-4594-851C-59F74438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0176B6-75E2-4F67-8FAD-542B5799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F6A9A-D1C8-41FE-8E33-06D38454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21BB6-F4AF-4FD7-A598-4C56F3F2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AA82BD-0277-49F0-9CDA-9CB16CF0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570EF-79BA-46F6-A1E7-1E593280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A8245-99D6-4518-9959-E4B26A47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B3849-8D66-45A2-96AE-D955379E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32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FE0E0D-5213-49DC-85C3-DFCD4ACE3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0DB2E-AA9B-4E34-871E-EEC680AC0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05E03-9EA6-4BAD-8517-7371F85E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2C956-0640-4BBB-9A9B-A99E7F7A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444859-4ACA-4216-8964-3828F4B1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1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E97309-8B52-4964-9139-80C913FBB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A12F8-A97F-42FB-84DE-8F86C2458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5C22C6-13AF-41A3-B36B-2DBE56E45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8B607-F01E-4B92-B1F2-258370D27B36}" type="datetimeFigureOut">
              <a:rPr lang="ko-KR" altLang="en-US" smtClean="0"/>
              <a:t>2022-04-06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216560-2346-4209-BD45-DAA3B6D67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1EE692-C6A0-475D-B236-2F148CDD7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65BF8-AED6-49AF-BEB3-CA59755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5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7993E-4B47-420F-8C02-45912244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F2B656-D547-44ED-85A3-2BF46AE26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Semantic Analysis, LSA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4D955A-B598-4DD3-B041-C5EDC95F1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38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FED25-DB1E-4284-B816-C997CBCB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0E3849-519D-4C45-B977-CB0E7B75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It is used in the field of data information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Helvetica Neue"/>
              </a:rPr>
              <a:t>retreival</a:t>
            </a:r>
            <a:endParaRPr lang="en-US" altLang="ko-K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By using LSA, we can see the latent relevance of words from a large amount of document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EAF53B-299C-42F2-A991-D7AFB1D67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4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19FA6-8141-4B9F-B7DF-25E7FE21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F155D-3273-49FE-923E-2B00E058B5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Convert the sentence below to matrix X</a:t>
            </a:r>
          </a:p>
          <a:p>
            <a:pPr lvl="1"/>
            <a:r>
              <a:rPr lang="ko-KR" altLang="en-US" dirty="0"/>
              <a:t>자동차로 회사에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차로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햄버거를 먹는다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파스타를 먹는다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A14D29-E231-4D7F-B4B1-05CC3755C3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3738537"/>
              </p:ext>
            </p:extLst>
          </p:nvPr>
        </p:nvGraphicFramePr>
        <p:xfrm>
          <a:off x="6172200" y="1825625"/>
          <a:ext cx="51815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16">
                  <a:extLst>
                    <a:ext uri="{9D8B030D-6E8A-4147-A177-3AD203B41FA5}">
                      <a16:colId xmlns:a16="http://schemas.microsoft.com/office/drawing/2014/main" val="3755711724"/>
                    </a:ext>
                  </a:extLst>
                </a:gridCol>
                <a:gridCol w="961722">
                  <a:extLst>
                    <a:ext uri="{9D8B030D-6E8A-4147-A177-3AD203B41FA5}">
                      <a16:colId xmlns:a16="http://schemas.microsoft.com/office/drawing/2014/main" val="3432100404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453006408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56720851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811012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39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23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17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62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89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83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01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34963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BFBE2CB1-26DB-462E-A83F-6F5D69749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6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Decompose the matrix X.</a:t>
            </a:r>
          </a:p>
          <a:p>
            <a:pPr marL="742950" lvl="1" indent="-28575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 X, which is an 8X4 matrix, is represented by the product of the 8X4 matrix U, the 4X4 matrix D, and the 4X4 matrix V^T.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U: Matrix with transformation information of characteristics made of words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D: Matrix with information importance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V: Matrix with word features and document conversion information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/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𝑈𝐷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1.18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blipFill>
                <a:blip r:embed="rId3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059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is a diagonal matrix.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Diagonal elements list values in order of greater importance of information.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Therefore, if we reduce the dimension to three matrices, we should look at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carefully.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Since the original data has four features, let's say that the dimension is reduced to two features.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6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From the diagonal element values of a matrix D with four features, choose two elements of greater importance to form a 2X2 diagonal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other two matrices are also changed to correspond to the elements selected in D.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U deletes the entire elements of the third and fourth columns and replaces them with an 8X2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V^T deletes all elements of the third and fourth rows to form a 2X4 matrix.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/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blipFill>
                <a:blip r:embed="rId3"/>
                <a:stretch>
                  <a:fillRect l="-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17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Table of 2 features divided by latent variables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760F876-BB9C-41F1-94BF-FFAE4A2BFA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3712071"/>
              </p:ext>
            </p:extLst>
          </p:nvPr>
        </p:nvGraphicFramePr>
        <p:xfrm>
          <a:off x="6172200" y="1825625"/>
          <a:ext cx="5181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35240842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4667333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141832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56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0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9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18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2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4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794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96644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4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library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Set dimension to reduce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Print transformed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Print Contribution Rate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BEC9262-1246-4543-B150-7A7C95161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120" y="1825625"/>
            <a:ext cx="4257760" cy="4351338"/>
          </a:xfrm>
        </p:spPr>
      </p:pic>
    </p:spTree>
    <p:extLst>
      <p:ext uri="{BB962C8B-B14F-4D97-AF65-F5344CB8AC3E}">
        <p14:creationId xmlns:p14="http://schemas.microsoft.com/office/powerpoint/2010/main" val="3196942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Points to note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difficult to properly explain the relevance of words with the converted matrix. If each dimension is ortho</a:t>
            </a:r>
            <a:r>
              <a:rPr lang="en-US" altLang="ko-KR" dirty="0">
                <a:solidFill>
                  <a:srgbClr val="000000"/>
                </a:solidFill>
              </a:rPr>
              <a:t>gonal or the matrix element is negative, it is difficult to properly explain the relevance.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calculation can take a very </a:t>
            </a:r>
            <a:r>
              <a:rPr lang="en-US" altLang="ko-KR" b="0" i="0">
                <a:solidFill>
                  <a:srgbClr val="000000"/>
                </a:solidFill>
                <a:effectLst/>
              </a:rPr>
              <a:t>lo</a:t>
            </a:r>
            <a:r>
              <a:rPr lang="en-US" altLang="ko-KR">
                <a:solidFill>
                  <a:srgbClr val="000000"/>
                </a:solidFill>
              </a:rPr>
              <a:t>ng time.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7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442</Words>
  <Application>Microsoft Office PowerPoint</Application>
  <PresentationFormat>와이드스크린</PresentationFormat>
  <Paragraphs>109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Helvetica Neue</vt:lpstr>
      <vt:lpstr>맑은 고딕</vt:lpstr>
      <vt:lpstr>Arial</vt:lpstr>
      <vt:lpstr>Cambria Math</vt:lpstr>
      <vt:lpstr>Office 테마</vt:lpstr>
      <vt:lpstr>Unsupervised Learning</vt:lpstr>
      <vt:lpstr>Fundamental Concept</vt:lpstr>
      <vt:lpstr>Algorithm</vt:lpstr>
      <vt:lpstr>Algorithm</vt:lpstr>
      <vt:lpstr>Algorithm</vt:lpstr>
      <vt:lpstr>Algorithm</vt:lpstr>
      <vt:lpstr>Algorithm</vt:lpstr>
      <vt:lpstr>Sample Code</vt:lpstr>
      <vt:lpstr>Points to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신 주영</dc:creator>
  <cp:lastModifiedBy>신 주영</cp:lastModifiedBy>
  <cp:revision>7</cp:revision>
  <dcterms:created xsi:type="dcterms:W3CDTF">2022-04-06T04:05:49Z</dcterms:created>
  <dcterms:modified xsi:type="dcterms:W3CDTF">2022-04-06T07:43:34Z</dcterms:modified>
</cp:coreProperties>
</file>
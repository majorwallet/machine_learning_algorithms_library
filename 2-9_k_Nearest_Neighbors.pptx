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3ECC8-0C0E-427B-ABB1-164A6F2FA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D051F2-0CBE-4CCF-B436-CDB21856A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91710-B609-4B45-97B6-F89D97060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0ABAF8-4F8A-4A4A-ABE2-9C752D31F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AB6C23-9B6B-43DF-BD39-41FE992D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22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CA1FA-8879-402E-8AE3-F286C1B9E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4A265-970D-4AA8-9EF7-47C549DEE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1C302A-2FE8-4831-B8BB-DFBC3C1B3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6B48-2A80-4F02-AD7B-8FA6C58E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79B45-155B-445B-987B-79DF85BB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21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E64AC-77A7-4A0A-9770-5752F8F7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049332-EC67-4239-BEEC-D3E00FEEB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46C553-AA32-4549-A84F-A14AE285C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CB2B6-22D9-4B96-9C80-7EC786FDE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C2314-6137-4648-8CA4-D2362DB2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41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49648-2F83-4278-A0C9-C277916B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909A18-9F86-461C-AFEE-70ECF0D01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70CB6A-A0C1-4D44-84BB-A6FC04081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D9837A-02E7-4603-8C4C-C501D9490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5BEBB6-3374-47E9-AA33-03F1AB3B9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472C1B-ECAD-411A-9BC1-B14FD17A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34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93F4E-AA76-4C15-80EC-E2D6D933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8C0D27-9141-4388-8117-2FCAE407D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912517-A8BC-4BB1-9AE6-E7CBDB801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F8260A-CCC0-49A4-B517-77D7E1D4E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A160F0-2E08-4E1D-A7AA-428901D87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9A88B3-F100-4D6E-9D31-DBA5608E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1B26F7-A606-4CAE-B523-2ACA8034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2A7B17-1E52-4742-8045-72875677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29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9D111-C1A0-4D7E-B1A0-870A17F7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67F38D-FEC5-44EE-9705-224E71C4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9033DA-0B87-4DEA-9C62-AFE3C359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689DDF-D8FE-4B8F-862D-4C3DDB7F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44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184CBC-3298-46E4-BE2C-C54DF525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0A8FC3-0BD0-4782-AFDE-8364A560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766C60-CA9B-4033-B788-E6E0C872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51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135C6-49DB-4480-9D0E-FA44A07A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DC5632-4436-41D9-83BB-3090939D5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523E35-22CC-432C-A711-C6B65E053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91AB5F-EFE3-4988-9847-9217DAF3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AE64DA-3772-4B43-BA27-633C7951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F79283-0C53-45F0-B8EE-B8D1CB51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30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2C645-C123-4AD5-835F-3D5CB022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15CA9E-2D92-4EA1-A4E0-42B8B2E22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B217C3-CD22-4B0A-BF36-0C1123DA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45AE5D-E57C-4B66-B66E-6432C9B6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FFCAD1-4043-4EDE-B0B9-1337631A3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ECDC2F-1ACB-4A47-963D-E29AB89B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24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7D86E-D1E6-4629-837B-2EE70E91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684552-0503-4773-A21D-3A03CC697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A1D1EE-2764-468A-8027-D5563360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18A81-D7D2-4EBE-B8E8-04113261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145853-DC3F-4CDE-91B9-54712E50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65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2A384F-1D85-467A-A971-E46609796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1AAB2C-44A8-4432-A063-C77BE85C9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C6190-22AE-4F66-8756-E2C8157D8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E71B19-D663-41E8-B5E0-23F3944FA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F4E72-C488-443B-BA6C-8786A206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91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776537-ABF6-4A48-B11E-B03421AB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6EC1C7-00F5-4A71-90CF-BFEC08ED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5166E9-C73F-4C17-A519-6754E48A2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91F7C-3E58-4104-B92A-C173A5B3A5BF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C51EC8-160F-465B-B438-1304B5B25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FC9496-1A4B-4009-A3AA-B586DE80D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743AA-1868-451A-881E-4B2B123FA7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2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04F05-7682-4A8A-82FF-710E695DF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BBFB7-A486-4CA9-9CF5-0F2B5CF9A5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kNN</a:t>
            </a:r>
            <a:r>
              <a:rPr lang="en-US" altLang="ko-KR" dirty="0"/>
              <a:t> (k-Nearest Neighbors Algorithm)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FABD94-4398-4103-8E2C-6C39A52CA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02ED18-5708-4E84-A037-1BB197A1C895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3673039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1CAF-5122-4D9A-8FA2-38C90215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FD2571-9CB3-4E9D-877C-9E26F8B65D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kNN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can be applied to both classification and regression problems.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When classifying unknown data, the distance to the learning data is calculated to determine how the data is classified up to k points nearby, and then the data is classified by majority vote 2.</a:t>
            </a:r>
          </a:p>
          <a:p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E93FADD-047D-4F1B-8860-AE927D3765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153" y="1825625"/>
            <a:ext cx="4152551" cy="4025060"/>
          </a:xfr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288458E-7EBA-42E1-8CCF-D0B185F50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53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BF24D-2840-45B5-9D85-BFEF8F1A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432DF7-E2D2-434F-9294-527CF7EEA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calculating the distance of learning data from input data</a:t>
            </a:r>
          </a:p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Search for k learning data close to input data</a:t>
            </a:r>
          </a:p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Categorize input data that is not known by majority vote in the label of learning data.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0ADA05-4527-4531-92B6-AFCBDCD41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6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1CAF-5122-4D9A-8FA2-38C90215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FD2571-9CB3-4E9D-877C-9E26F8B65D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sample data</a:t>
            </a:r>
          </a:p>
          <a:p>
            <a:r>
              <a:rPr lang="en-US" altLang="ko-KR" dirty="0"/>
              <a:t>Set training, test data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Predict result</a:t>
            </a:r>
          </a:p>
          <a:p>
            <a:r>
              <a:rPr lang="en-US" altLang="ko-KR" dirty="0"/>
              <a:t>Calculate accuracy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4912C668-D12F-4A84-BDDC-481BB66AB5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5625"/>
            <a:ext cx="5181600" cy="3387018"/>
          </a:xfr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B58E3F-C996-49CC-BE79-02D352F9D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5212643"/>
            <a:ext cx="2405523" cy="2794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77F3ED2-240B-4401-9573-95512D218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69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BF24D-2840-45B5-9D85-BFEF8F1A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Difference in decision boundary</a:t>
            </a:r>
            <a:br>
              <a:rPr lang="en-US" altLang="ko-KR" dirty="0"/>
            </a:br>
            <a:r>
              <a:rPr lang="en-US" altLang="ko-KR" dirty="0"/>
              <a:t>according to k value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432DF7-E2D2-434F-9294-527CF7EEA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smaller the k value, the more likely over-fitting occurs.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Conversely, if the value of k is too large, the decision boundary cannot be accurately learned.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FF2B57-85FE-4593-9AFA-ABC0360CB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7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BF24D-2840-45B5-9D85-BFEF8F1A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Points to note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432DF7-E2D2-434F-9294-527CF7EEA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kNN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is basically not suitable for large amounts of data processing.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High-level data is difficult to learn. This is because asymptotic assumptions of the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kNN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algorithm are not necessarily established in high-dimensional data.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D1E254C-55BA-4D5F-A24A-95D49C91F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3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196</Words>
  <Application>Microsoft Office PowerPoint</Application>
  <PresentationFormat>와이드스크린</PresentationFormat>
  <Paragraphs>24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Supervised Learning</vt:lpstr>
      <vt:lpstr>Fundamental Concept</vt:lpstr>
      <vt:lpstr>Algorithm</vt:lpstr>
      <vt:lpstr>Sample Code</vt:lpstr>
      <vt:lpstr>Difference in decision boundary according to k value</vt:lpstr>
      <vt:lpstr>Points to 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13</cp:revision>
  <dcterms:created xsi:type="dcterms:W3CDTF">2022-04-04T02:34:26Z</dcterms:created>
  <dcterms:modified xsi:type="dcterms:W3CDTF">2022-04-12T13:10:46Z</dcterms:modified>
</cp:coreProperties>
</file>
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AFE263-F66D-468B-A20A-C3F33AA50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8453C7-C482-4906-9B0D-4E311F5F9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2240CD-BD8C-4A94-AF1D-84EB8CF57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4D3A9-31AC-42C8-9B66-8ED50CF21123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EDD528-C68B-4374-82EC-5D418839A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145F69-B97F-4A38-B9D8-7AF5E6CA5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3A5E-D743-4F2B-A9B0-C7A9778F9C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5203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99DDE0-2B9F-40DF-9939-798ED317B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E1B05D-2FC8-42AF-AAC5-1F0A2B5C0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DC19A6-CB1E-4F02-A9D8-2BC1019C8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4D3A9-31AC-42C8-9B66-8ED50CF21123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1478F0-E9AE-43A2-BB74-EF165447F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182FBD-6B1C-49F3-8D2A-F1070007C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3A5E-D743-4F2B-A9B0-C7A9778F9C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895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CFAA4B-FB5E-45C3-A470-926ED701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2F7B33-7119-4825-A3F0-5852D9B69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7B1127-8B52-4982-B359-D1D2DC860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4D3A9-31AC-42C8-9B66-8ED50CF21123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68F0EB-ED2F-4869-9F8F-5C96AEFEC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DC923A-260E-4B46-94CE-420E19EAC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3A5E-D743-4F2B-A9B0-C7A9778F9C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012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99A3D6-8DB5-415F-9E8D-969369173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D557C4-A36F-4E80-97E9-10777B1A35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BDA134-520B-48EF-A855-DABC2CCC9A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7D616A-7C0C-4F66-9616-844869E6D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4D3A9-31AC-42C8-9B66-8ED50CF21123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8AB27B-52B2-4FC7-98E9-94E915B3B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4B0ED9-9D48-4608-B2F2-E98863AB9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3A5E-D743-4F2B-A9B0-C7A9778F9C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2739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A904E6-CD27-41FD-8943-18B517EFD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9A3CB9-4DA0-4A4B-A2AF-9AB913792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029111-ECEE-478C-9DB4-357B53C14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44273CC-4FA5-4D43-B88C-81A0117D3E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FE2CEA-07C3-49DE-8DA5-9B9C7F8397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B928EF2-93E8-4828-8E11-C6F05E043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4D3A9-31AC-42C8-9B66-8ED50CF21123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C639CB6-DA45-4721-83D9-13F6813C4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97835C5-0DAA-46C1-AFC4-4710DA097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3A5E-D743-4F2B-A9B0-C7A9778F9C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112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DED25B-BCB3-4613-ABE1-D479AF7FB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082BE6B-5A32-4C2B-A5EA-99AE6A24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4D3A9-31AC-42C8-9B66-8ED50CF21123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3BEAFA-3A26-4D8A-97A7-B0D55F154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66AC42-22CB-4400-B526-CCBFAAE20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3A5E-D743-4F2B-A9B0-C7A9778F9C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621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F2295D9-221D-41E6-855B-13974B409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4D3A9-31AC-42C8-9B66-8ED50CF21123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53D2F47-97AD-4BC7-81F6-BAAB5363C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A4BE8E-F896-4FE6-B792-9025CA9E9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3A5E-D743-4F2B-A9B0-C7A9778F9C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803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DFD87B-AF45-4ABB-B924-4BCB5A8D3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0941DE-53AB-4BF4-A9FC-A358DC11F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E5E860-74EE-4FFA-AB3B-5CA820F8F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60ECFC-6F6F-44FE-97E7-7F0A5A6CF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4D3A9-31AC-42C8-9B66-8ED50CF21123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29B69A-F0A2-44A4-BA41-DF6673B55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62A904-D4EA-46BF-AC68-7AC6496B9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3A5E-D743-4F2B-A9B0-C7A9778F9C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261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7E5A1A-EB32-4084-B694-B0C2923A4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EDBA8A6-6B20-4E1E-A905-424001BB04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D4F02C-F6F2-4245-BDF7-29DE7DD38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4BC8E3-E38D-426E-BBFB-E35916F26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4D3A9-31AC-42C8-9B66-8ED50CF21123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C0BAC4-C8E9-43E4-996E-C0A9B2B38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6C2CFA-D1E5-4A09-BB77-5F03AC63A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3A5E-D743-4F2B-A9B0-C7A9778F9C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789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798700-18AD-43A2-8010-53C870303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468C35-805C-4941-BCD7-99FF0B033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98966E-D4BB-495A-8DDE-9567FBA62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4D3A9-31AC-42C8-9B66-8ED50CF21123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1D1895-F709-446F-BB78-B94668350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0B67FE-CB43-4121-8526-35B07BFF8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3A5E-D743-4F2B-A9B0-C7A9778F9C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008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A7BD9F0-C833-4580-B4D9-8B969CCC5B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DCA53BD-846C-441E-A540-AF80E12231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AAA380-C5E4-483B-9EB4-F10D94D04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4D3A9-31AC-42C8-9B66-8ED50CF21123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22EC82-9E07-4335-BC6A-16510C724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1709C3-311A-4ABC-BDC2-E40BB4D12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23A5E-D743-4F2B-A9B0-C7A9778F9C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6854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50AEEC8-B0BB-474F-A045-8D76E4B56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A11A73-8678-432A-AEA0-1D1B8992A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7C2BE3-2C5B-4146-BE42-A4191BD3C4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4D3A9-31AC-42C8-9B66-8ED50CF21123}" type="datetimeFigureOut">
              <a:rPr lang="ko-KR" altLang="en-US" smtClean="0"/>
              <a:t>2022-04-12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F5727E-E819-4EAC-BB5E-A7A777ADA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DE4DBF-421B-47E6-9B73-A292A26C3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23A5E-D743-4F2B-A9B0-C7A9778F9C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730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E768E2-A535-4DE5-B299-72A89AC438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Unsupervised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A474EA-640F-4507-AFC8-0846D3134F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Gaussian mixture model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10E97B4-24DA-421D-9217-6F2C21207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18D340-E0B8-49BE-AAFC-1D082B502359}"/>
              </a:ext>
            </a:extLst>
          </p:cNvPr>
          <p:cNvSpPr txBox="1"/>
          <p:nvPr/>
        </p:nvSpPr>
        <p:spPr>
          <a:xfrm>
            <a:off x="0" y="6211669"/>
            <a:ext cx="2805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경희대학교 컴퓨터공학과</a:t>
            </a:r>
            <a:endParaRPr lang="en-US" altLang="ko-KR" dirty="0"/>
          </a:p>
          <a:p>
            <a:r>
              <a:rPr lang="en-US" altLang="ko-KR" dirty="0"/>
              <a:t>2019102191 </a:t>
            </a:r>
            <a:r>
              <a:rPr lang="ko-KR" altLang="en-US" dirty="0"/>
              <a:t>신주영</a:t>
            </a:r>
          </a:p>
        </p:txBody>
      </p:sp>
    </p:spTree>
    <p:extLst>
      <p:ext uri="{BB962C8B-B14F-4D97-AF65-F5344CB8AC3E}">
        <p14:creationId xmlns:p14="http://schemas.microsoft.com/office/powerpoint/2010/main" val="4027118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A839C8-076B-4121-9725-EA4775E0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1A2A2E-B282-4CC9-9004-93BAE3C79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It is used in clustering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data distribution is represented using the mean and variance of the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Gaussian distribution is mixed to represent complex data consisting of several groups.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871EAA-86D7-4D96-B210-F21438B92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252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A839C8-076B-4121-9725-EA4775E0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Fundamental Concept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234F5DA8-A4A9-4ECE-AEEB-A5A5B51A45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837" y="2062956"/>
            <a:ext cx="7172325" cy="3876675"/>
          </a:xfr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2871EAA-86D7-4D96-B210-F21438B92C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430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A839C8-076B-4121-9725-EA4775E0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Algorithm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1A2A2E-B282-4CC9-9004-93BAE3C79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The Gaussian mixture model calculates the mean and variance for each Gaussian distribution at the data point.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Initialize the mean and variance of each Gaussian distribution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Calculate the weight of each data point from group to group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Recompute parameters with weights obtained in course 2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altLang="ko-KR" b="0" i="0" dirty="0">
                <a:solidFill>
                  <a:srgbClr val="000000"/>
                </a:solidFill>
                <a:effectLst/>
              </a:rPr>
              <a:t>Repeat Steps 2 and 3 until each change in the average updated in Course 3 is sufficiently small</a:t>
            </a: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871EAA-86D7-4D96-B210-F21438B92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709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3D4E02-8B50-4FCF-95C4-843AC2F9D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Sample Code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8DEBA6-2AB8-4E4C-9FF7-F5422FB015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Import libraries</a:t>
            </a:r>
          </a:p>
          <a:p>
            <a:r>
              <a:rPr lang="en-US" altLang="ko-KR" dirty="0"/>
              <a:t>Make Gaussian mixture model instance</a:t>
            </a:r>
          </a:p>
          <a:p>
            <a:r>
              <a:rPr lang="en-US" altLang="ko-KR" dirty="0"/>
              <a:t>Train data</a:t>
            </a:r>
          </a:p>
          <a:p>
            <a:r>
              <a:rPr lang="en-US" altLang="ko-KR" dirty="0"/>
              <a:t>Print predicted data</a:t>
            </a:r>
          </a:p>
          <a:p>
            <a:r>
              <a:rPr lang="en-US" altLang="ko-KR" dirty="0"/>
              <a:t>Print means</a:t>
            </a:r>
          </a:p>
          <a:p>
            <a:r>
              <a:rPr lang="en-US" altLang="ko-KR"/>
              <a:t>Print covariances</a:t>
            </a:r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AC66AFE-FCB0-4DEF-9D8F-F309F8F0BB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26630"/>
            <a:ext cx="5181600" cy="3949328"/>
          </a:xfr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321480A-F299-4B1D-8693-B07962BE99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429" y="6124103"/>
            <a:ext cx="3031958" cy="7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242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129</Words>
  <Application>Microsoft Office PowerPoint</Application>
  <PresentationFormat>와이드스크린</PresentationFormat>
  <Paragraphs>22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Unsupervised Learning</vt:lpstr>
      <vt:lpstr>Fundamental Concept</vt:lpstr>
      <vt:lpstr>Fundamental Concept</vt:lpstr>
      <vt:lpstr>Algorithm</vt:lpstr>
      <vt:lpstr>Sample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 주영</dc:creator>
  <cp:lastModifiedBy>신 주영</cp:lastModifiedBy>
  <cp:revision>5</cp:revision>
  <dcterms:created xsi:type="dcterms:W3CDTF">2022-04-09T07:56:15Z</dcterms:created>
  <dcterms:modified xsi:type="dcterms:W3CDTF">2022-04-12T13:15:48Z</dcterms:modified>
</cp:coreProperties>
</file>
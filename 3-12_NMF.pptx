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55DF7-2AD9-4177-B615-9BB5E4165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077FB3-2D4F-40AC-A5B6-F605F15A0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4E8542-1E4D-4810-AD96-C8166259B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735D-06EB-4374-8116-21CF4720712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0CE1FB-0AE2-46FC-B409-7BA4E026E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600322-80FC-4962-B96C-09B0B274A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D0ECB-5356-497F-9460-FD90EA123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157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6F272A-713F-4098-B006-B9EFA19C1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AB61D4-CA5F-4B16-AF8F-E3893DB3A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15D64A-FD32-4543-87C9-502D5C1C9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735D-06EB-4374-8116-21CF4720712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8BCB0A-64A8-4338-AB90-53169D75A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73FDB9-0DE5-4FDE-A1E7-D98CCF682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D0ECB-5356-497F-9460-FD90EA123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423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4B276-7513-46AF-A78C-702C1D49E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AF35D9-7D96-4E07-84AD-E34DBAB34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98CE26-2E9A-4F73-9A5C-407A96967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735D-06EB-4374-8116-21CF4720712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23A8C3-ACD4-49E2-ADC2-8214CA696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373334-9B21-4C8C-827C-F6B01ECAA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D0ECB-5356-497F-9460-FD90EA123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509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3BE54A-A5FC-484F-A85E-D076528B0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BCCB0D-6530-43B7-A90A-595B0C3A1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538D49-C886-4951-9C1B-23ABAA5DC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964E80-5799-446C-B5A0-D8A1BBBBA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735D-06EB-4374-8116-21CF4720712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9E8784-9F5C-4D3A-A229-89580A1CA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3BA0B8-03E4-4779-9FF6-166DBC314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D0ECB-5356-497F-9460-FD90EA123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068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D3CCCA-642E-4EE3-8305-93748B18D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70FD32-6DAB-4E5B-B47F-B4EE0080D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C63978-EEF2-4264-A02F-3FBBC87FD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5E3A356-F6E2-4674-BB6D-EBA141024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70A41C-E177-4EBC-8ED2-E78CD71655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CDBDBB-1284-4BD3-B06E-4F879AFD2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735D-06EB-4374-8116-21CF4720712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458E1F-15A4-4641-8F2F-61427F63A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63CE7B-4E58-412F-A768-ED387D02E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D0ECB-5356-497F-9460-FD90EA123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354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BFA1F4-EC4F-4ED2-903F-BFD26B623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AF7FDC3-D722-45C3-9E4E-D891E83B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735D-06EB-4374-8116-21CF4720712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8DA9FBE-18C2-4BB1-91CD-E9E77F8A0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0C46C2-0071-472B-BAC2-5B0039A67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D0ECB-5356-497F-9460-FD90EA123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451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01FD87-D132-4D52-965C-E4323D56D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735D-06EB-4374-8116-21CF4720712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5AABB79-C4E6-4543-AD68-35C8D77D2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9438FF-7BF6-47E5-989A-80F0F36DA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D0ECB-5356-497F-9460-FD90EA123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098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7DC46-DF72-47CF-928B-0078447A3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054930-3EFB-4123-BA1A-5E4949624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A113DF-6F7F-4EF3-AB65-C7D4ECD04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35AF0A-1D63-4F5E-85F3-926272C83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735D-06EB-4374-8116-21CF4720712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BCDDCD-D841-49B6-832D-10A13B955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DBE373-95D0-4009-9DF6-A03F0E7A4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D0ECB-5356-497F-9460-FD90EA123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848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F0700-018C-469A-9424-30EF0EEAC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7452B3-5CEC-4439-BE82-0084A4158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521678-907B-4D23-855F-8B9A0D665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4F5624-4052-4623-8F1B-11DD51C7E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735D-06EB-4374-8116-21CF4720712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ABEAB9-C88E-4B4D-9D10-9A54E79CC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89D899-5FB6-4A51-940A-481FD8A4B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D0ECB-5356-497F-9460-FD90EA123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908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70FD4E-9220-4B3C-8C1F-BF0F60793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4B05F9-F5F4-4DD6-A5C7-2F1AD2ADF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0A98D7-A1F4-4D33-9523-CC00EB87D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735D-06EB-4374-8116-21CF4720712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D89622-70B0-45C4-AFAE-86A2D0D50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866C50-5AAC-4CC2-9DDD-A511640D1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D0ECB-5356-497F-9460-FD90EA123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850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E5844A8-54A7-4437-8511-ACAEC51DA8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39B40A4-F132-4D38-AB18-52206C059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4833C5-F74F-4951-81B0-A5E8FCD41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735D-06EB-4374-8116-21CF4720712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0BCF2B-6DA9-4EEE-8CCC-C1DBAC84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592794-EDEF-4EEE-B44C-84E710F7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D0ECB-5356-497F-9460-FD90EA123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624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AE30A6D-A4BA-41DE-9ED2-F4E5490D0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A4C614-2B6B-43B9-8094-6D5D698B0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F2BF19-72E7-43CA-BEF1-3B673A28BF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D735D-06EB-4374-8116-21CF4720712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FC823F-51AE-4694-9054-C1E6D71709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F195DF-7000-4ECE-8948-0BF8B208A7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D0ECB-5356-497F-9460-FD90EA123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01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254EE8-CC75-42D2-8667-D0A54ED642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E6F261-3FA9-4310-A3C5-5807A8763E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Non-negative Matrix Factorization, NMF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3AD093-8766-42CD-B0BD-35340562F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A806FA-692B-4E51-901F-6AB2BBA8B532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2451055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3B258-D654-4BBB-9B88-5D6A7962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B9B3F-145D-48F7-A415-3D84DD1E0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NMF is a dimensionality reduction method in which features and labels are both positive.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Easy to model when dealing with image data,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etc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an algorithm that is applied only when all the components of the original matrix are positive.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original matrix element must be positive.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After matrix decomposition, the matrix element is positive.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In NMF, there is no restriction that each dimension is orthogonal.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37F5ED-AC00-45E8-B097-D2B5CBF69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76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3B258-D654-4BBB-9B88-5D6A7962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B9B3F-145D-48F7-A415-3D84DD1E0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PCA always uses orthogonal eigenvectors, making it difficult to find associations between data, but NMF can grasp the nature of the data.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37F5ED-AC00-45E8-B097-D2B5CBF69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6164B93-C791-4068-9DCF-68F34C1B92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47" y="3189849"/>
            <a:ext cx="10022305" cy="279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3B258-D654-4BBB-9B88-5D6A7962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B9B3F-145D-48F7-A415-3D84DD1E0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NMF do dimensionality reduction by decompose original data to 2 matrix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37F5ED-AC00-45E8-B097-D2B5CBF69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6ECC6A3-6E59-44AC-A490-2004E311F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166" y="3153545"/>
            <a:ext cx="9004763" cy="254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058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3B258-D654-4BBB-9B88-5D6A7962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B9B3F-145D-48F7-A415-3D84DD1E0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Calculation Process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Initialize W, H as a positive value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Treat H as a constant and renew W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Treat W as a constant and renew H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End calculation when W, H converges to the original matrix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37F5ED-AC00-45E8-B097-D2B5CBF69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63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E6744-FE38-402B-88E6-67DB91E68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C9F0E8-7A14-420B-A61E-1ECD06CC24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err="1"/>
              <a:t>Imort</a:t>
            </a:r>
            <a:r>
              <a:rPr lang="en-US" altLang="ko-KR" dirty="0"/>
              <a:t> libraries</a:t>
            </a:r>
          </a:p>
          <a:p>
            <a:r>
              <a:rPr lang="en-US" altLang="ko-KR" dirty="0"/>
              <a:t>Set data</a:t>
            </a:r>
          </a:p>
          <a:p>
            <a:r>
              <a:rPr lang="en-US" altLang="ko-KR" dirty="0"/>
              <a:t>Set dimension to reduce</a:t>
            </a:r>
          </a:p>
          <a:p>
            <a:r>
              <a:rPr lang="en-US" altLang="ko-KR" dirty="0"/>
              <a:t>Make model</a:t>
            </a:r>
          </a:p>
          <a:p>
            <a:r>
              <a:rPr lang="en-US" altLang="ko-KR" dirty="0"/>
              <a:t>Train data</a:t>
            </a:r>
          </a:p>
          <a:p>
            <a:r>
              <a:rPr lang="en-US" altLang="ko-KR" dirty="0"/>
              <a:t>Print W matrix and H matrix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ED2FAC8-DBC4-41B8-8055-66F1A9FBDA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307" y="1825625"/>
            <a:ext cx="4663386" cy="4351338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0C0AFF4-D668-4F9E-965E-DC79BA51A7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89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187</Words>
  <Application>Microsoft Office PowerPoint</Application>
  <PresentationFormat>와이드스크린</PresentationFormat>
  <Paragraphs>28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Unsupervised Learning</vt:lpstr>
      <vt:lpstr>Fundamental Concept</vt:lpstr>
      <vt:lpstr>Fundamental Concept</vt:lpstr>
      <vt:lpstr>Fundamental Concept</vt:lpstr>
      <vt:lpstr>Fundamental Concept</vt:lpstr>
      <vt:lpstr>Sample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11</cp:revision>
  <dcterms:created xsi:type="dcterms:W3CDTF">2022-04-06T14:06:24Z</dcterms:created>
  <dcterms:modified xsi:type="dcterms:W3CDTF">2022-04-12T13:15:33Z</dcterms:modified>
</cp:coreProperties>
</file>
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5F321-209E-47B4-AB5C-FAE4551C9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D48AC0-F50A-4F55-8715-32E1A1B41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54953-4B00-4A64-98C5-AC3C6D69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4702C8-5DED-49FC-A384-C99FCDE7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3D5649-7C6D-4586-B985-63FBA246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699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6FE90-C323-4B33-BB00-5A8FA435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21AE79-25B1-4C45-A6ED-57E52618F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16F33-F008-4F17-A01B-50F31836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53EFC-00EB-4037-9260-EA871CB3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E837E-B43C-497F-B3A8-AE334BE2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20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C8143-EC98-4C21-AE77-7D5D9F8A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985AE-8126-4252-A47C-78F4F7724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8CF22-6E80-4602-8F9A-1FAD6092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9D6CFB-2E6F-41B2-84F9-73FA084C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EC00A-08D4-4961-92DE-13541D51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9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3739B-CDA4-42D7-845D-4E709399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2F89-7A59-40B1-97E0-9C5005583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AE6195-FA62-4C85-86AA-30352D2A7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F288DA-C9DE-4D79-8D3B-E3BE9BAE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EBB043-E2A2-4D41-A170-04C6FCF4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4DFF4B-0403-4987-9468-49B1655D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95133-822B-4FF8-BB80-25957C37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79D25-64C1-48B5-8DDC-6E460A263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DD1457-F8EC-47B7-966A-EF3D0B63D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87856-64E4-4A08-A44C-2927CA5A5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E042FF-FB60-4EDB-AEDA-9109AEC91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E59FFF-9FEB-4535-A792-0D1D4692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B2AFD6-A2C9-40A9-9583-8B3A4B6A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960304-BD1B-40A8-94E6-375A32A8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91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9E69F-DD4D-4A02-9BB4-E6E12A54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CB9033-484C-42C8-BE62-FBE500B2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8C87FA-F896-4391-AA53-C29776FB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3E0853-4F2B-4B6F-95EC-B7FBC3EB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60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B7A321-3907-4B58-AABF-EB5945AC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048883-4F11-4A85-A9BB-A2231CF2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2BC1D-DD41-4A8D-9FC6-3BD825B6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54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0A97B-4CE2-4158-B533-3AD23D23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1C4FB-F146-460D-840C-B13AC893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363CEE-F875-49A0-BC2F-5846907AB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145F9A-5FEF-4379-AEE4-A5FED8DF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4BDA-049A-46EB-8C57-CA7B859B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C48874-A2B1-4116-B3F1-70323216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15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15975-DBA8-408E-8FBA-BFFFD368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63FC7-D2EB-4A39-B3D4-5AA2600E2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2FE891-47F5-4BEA-BF52-8C5F23EC8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C5A0CC-7E9E-4D0D-87E6-0DE91571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4374-84F2-48FE-BE96-C9F7DE8B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DD071F-528E-4207-B070-5F62CB7A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48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8257D-9B87-4D6F-A15D-DDA5A5EA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8F2F02-2204-46F4-A9B6-2EEED1883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B2AEC-FD17-48A9-AC88-C9BE4268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D8440-46B3-405A-9259-C13E5AF0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EA60D-1265-4C38-BBE1-B6D8A9BA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96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97CB67-9990-4C61-B8E7-8226CA03E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B51494-AA5A-490E-98CC-DF4574003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13C61-E626-4DAB-891B-C4DA5A5E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678AC-66EA-4F30-A79B-5D9338A1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EFAFA9-E392-4C20-A4D2-26F252BB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38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8E1F6-C7D1-4F06-94AD-D5CBC34D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27182-E1E8-4189-8F79-5F5C505AF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670C0E-ED92-4B45-9FFA-12AB76424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6C2F1-C126-40F8-9B3B-E304D5D9B0E1}" type="datetimeFigureOut">
              <a:rPr lang="ko-KR" altLang="en-US" smtClean="0"/>
              <a:t>2022-03-31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5D3DB2-270B-4EDB-967F-8762A2CAF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FC7E3-3792-473E-8823-03C591023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3F2DF-5B93-4333-ADEB-8CBB561BB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57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D1A5A-4ABC-4E15-8463-66756A3FB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Preparing</a:t>
            </a:r>
            <a:br>
              <a:rPr lang="en-US" altLang="ko-KR" dirty="0"/>
            </a:br>
            <a:r>
              <a:rPr lang="en-US" altLang="ko-KR" dirty="0"/>
              <a:t>Machine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8CFC98-FDDB-468C-9813-8B1E4BA1D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Data Preprocessing</a:t>
            </a:r>
          </a:p>
          <a:p>
            <a:r>
              <a:rPr lang="en-US" altLang="ko-KR" dirty="0"/>
              <a:t>Using pandas, matplotlib, scikit-learn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BFBF09-1422-4ECE-83E1-2840C1FC5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0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D5505-6926-4764-85CE-F9EB79E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Importance of</a:t>
            </a:r>
            <a:br>
              <a:rPr lang="en-US" altLang="ko-KR" dirty="0"/>
            </a:br>
            <a:r>
              <a:rPr lang="en-US" altLang="ko-KR" dirty="0"/>
              <a:t>Collecting and Preparing 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BBA06-7E7F-49DA-B376-FD9A67A89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solve real problems with machine learning, data must be collected.</a:t>
            </a:r>
          </a:p>
          <a:p>
            <a:r>
              <a:rPr lang="en-US" altLang="ko-KR" dirty="0"/>
              <a:t>After collecting data, data preprocessing is required, such as setting the correct answer, modifying it in a form that is easy to learn, deleting unnecessary data, or adding other data.</a:t>
            </a:r>
          </a:p>
          <a:p>
            <a:r>
              <a:rPr lang="en-US" altLang="ko-KR" dirty="0"/>
              <a:t>Data preprocessing is such an important task that it accounts for 80% of the entire machine learning process.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4DB14-A2B8-4E10-A4FF-C22E38531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4CC3-4B4A-4356-831D-1B81BB88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Dependent variable and</a:t>
            </a:r>
            <a:br>
              <a:rPr lang="en-US" altLang="ko-KR" dirty="0"/>
            </a:br>
            <a:r>
              <a:rPr lang="en-US" altLang="ko-KR" dirty="0"/>
              <a:t>Independent variable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065DE-B275-49FF-8103-E7B80F1A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Independent variable: The data based on prediction</a:t>
            </a:r>
          </a:p>
          <a:p>
            <a:r>
              <a:rPr lang="en-US" altLang="ko-KR" dirty="0"/>
              <a:t>Dependent variable: The data to be predicted</a:t>
            </a:r>
          </a:p>
          <a:p>
            <a:r>
              <a:rPr lang="en-US" altLang="ko-KR" dirty="0"/>
              <a:t>Independent variables are also called feature or input variable</a:t>
            </a:r>
          </a:p>
          <a:p>
            <a:r>
              <a:rPr lang="en-US" altLang="ko-KR" dirty="0"/>
              <a:t>Dependent variables are also called label or class label data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2AC917-DBFE-4BB0-A971-8734F37E3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Looking for scikit-</a:t>
            </a:r>
            <a:r>
              <a:rPr lang="en-US" altLang="ko-KR" dirty="0" err="1"/>
              <a:t>learn’s</a:t>
            </a:r>
            <a:r>
              <a:rPr lang="en-US" altLang="ko-KR" dirty="0"/>
              <a:t> sample data</a:t>
            </a:r>
            <a:br>
              <a:rPr lang="en-US" altLang="ko-KR" dirty="0"/>
            </a:br>
            <a:r>
              <a:rPr lang="en-US" altLang="ko-KR" sz="2400" dirty="0"/>
              <a:t>get iris data 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pandas</a:t>
            </a:r>
          </a:p>
          <a:p>
            <a:r>
              <a:rPr lang="en-US" altLang="ko-KR" dirty="0"/>
              <a:t>Get iris datasets</a:t>
            </a:r>
          </a:p>
          <a:p>
            <a:r>
              <a:rPr lang="en-US" altLang="ko-KR" dirty="0"/>
              <a:t>Make data frame using pandas</a:t>
            </a:r>
          </a:p>
          <a:p>
            <a:r>
              <a:rPr lang="en-US" altLang="ko-KR" dirty="0"/>
              <a:t>Combine target data and feature data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3110F5F-ACB3-4218-89D3-A93934227E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305476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8C3447-7693-4559-BBF7-74F3E288A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880387"/>
            <a:ext cx="4944165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0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supervised learning</a:t>
            </a:r>
            <a:br>
              <a:rPr lang="en-US" altLang="ko-KR" dirty="0"/>
            </a:br>
            <a:r>
              <a:rPr lang="en-US" altLang="ko-KR" sz="2400" dirty="0"/>
              <a:t>looking for example (breast cancer diagnosis data set, data preprocessing)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BFA6895-5217-4608-8588-34E9E5F71E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799195"/>
            <a:ext cx="5181600" cy="317918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799195"/>
            <a:ext cx="5181600" cy="4351338"/>
          </a:xfrm>
        </p:spPr>
        <p:txBody>
          <a:bodyPr/>
          <a:lstStyle/>
          <a:p>
            <a:r>
              <a:rPr lang="en-US" altLang="ko-KR" dirty="0"/>
              <a:t>Import scikit-learn datasets</a:t>
            </a:r>
          </a:p>
          <a:p>
            <a:r>
              <a:rPr lang="en-US" altLang="ko-KR" dirty="0"/>
              <a:t>Get data from datasets</a:t>
            </a:r>
          </a:p>
          <a:p>
            <a:r>
              <a:rPr lang="en-US" altLang="ko-KR" dirty="0"/>
              <a:t>Set dependent variable and independent variable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170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supervised learning</a:t>
            </a:r>
            <a:br>
              <a:rPr lang="en-US" altLang="ko-KR" dirty="0"/>
            </a:br>
            <a:r>
              <a:rPr lang="en-US" altLang="ko-KR" sz="2400" dirty="0"/>
              <a:t>logistic regression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79919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Import logistic regression from scikit-learn</a:t>
            </a:r>
          </a:p>
          <a:p>
            <a:r>
              <a:rPr lang="en-US" altLang="ko-KR" dirty="0"/>
              <a:t>Make instance of logistic regression class</a:t>
            </a:r>
          </a:p>
          <a:p>
            <a:r>
              <a:rPr lang="en-US" altLang="ko-KR" dirty="0"/>
              <a:t>Learn by executing the fit method in the model variable</a:t>
            </a:r>
          </a:p>
          <a:p>
            <a:r>
              <a:rPr lang="en-US" altLang="ko-KR" dirty="0"/>
              <a:t>The prediction is made by executing the predict method on the learned model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1636F59-BC5B-49C7-8247-7F09CA6EB1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799195"/>
            <a:ext cx="5181600" cy="2823078"/>
          </a:xfrm>
        </p:spPr>
      </p:pic>
    </p:spTree>
    <p:extLst>
      <p:ext uri="{BB962C8B-B14F-4D97-AF65-F5344CB8AC3E}">
        <p14:creationId xmlns:p14="http://schemas.microsoft.com/office/powerpoint/2010/main" val="148862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Accuracy evaluation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7276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To calculate accuracy, use the scikit-</a:t>
            </a:r>
            <a:r>
              <a:rPr lang="en-US" altLang="ko-KR" dirty="0" err="1"/>
              <a:t>learn’s</a:t>
            </a:r>
            <a:r>
              <a:rPr lang="en-US" altLang="ko-KR" dirty="0"/>
              <a:t> </a:t>
            </a:r>
            <a:r>
              <a:rPr lang="en-US" altLang="ko-KR" dirty="0" err="1"/>
              <a:t>accuracy_score</a:t>
            </a:r>
            <a:r>
              <a:rPr lang="en-US" altLang="ko-KR" dirty="0"/>
              <a:t> function</a:t>
            </a:r>
          </a:p>
          <a:p>
            <a:r>
              <a:rPr lang="en-US" altLang="ko-KR" dirty="0"/>
              <a:t>The accuracy is output by entering the dependent variable y and the </a:t>
            </a:r>
            <a:r>
              <a:rPr lang="en-US" altLang="ko-KR" dirty="0" err="1"/>
              <a:t>y_pred</a:t>
            </a:r>
            <a:r>
              <a:rPr lang="en-US" altLang="ko-KR" dirty="0"/>
              <a:t> in the </a:t>
            </a:r>
            <a:r>
              <a:rPr lang="en-US" altLang="ko-KR" dirty="0" err="1"/>
              <a:t>accuracy_score</a:t>
            </a:r>
            <a:r>
              <a:rPr lang="en-US" altLang="ko-KR" dirty="0"/>
              <a:t> function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0E225377-F278-4EBC-B327-A08CA9341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772765"/>
            <a:ext cx="5181600" cy="2487990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8E9148-8562-496B-9D5A-C62EA0BC5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4349124"/>
            <a:ext cx="2783334" cy="3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9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unsupervised learning</a:t>
            </a:r>
            <a:br>
              <a:rPr lang="en-US" altLang="ko-KR" dirty="0"/>
            </a:br>
            <a:r>
              <a:rPr lang="en-US" altLang="ko-KR" sz="2400" dirty="0"/>
              <a:t>looking for example (wine data set, data preprocessing)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99195"/>
            <a:ext cx="5181600" cy="4351338"/>
          </a:xfrm>
        </p:spPr>
        <p:txBody>
          <a:bodyPr/>
          <a:lstStyle/>
          <a:p>
            <a:r>
              <a:rPr lang="en-US" altLang="ko-KR" dirty="0"/>
              <a:t>Import scikit-learn datasets</a:t>
            </a:r>
          </a:p>
          <a:p>
            <a:r>
              <a:rPr lang="en-US" altLang="ko-KR" dirty="0"/>
              <a:t>Get data from datasets</a:t>
            </a:r>
          </a:p>
          <a:p>
            <a:r>
              <a:rPr lang="en-US" altLang="ko-KR" dirty="0"/>
              <a:t>Set only dependent variable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220ED42-3767-49AD-AA97-CDB96A5A5C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99195"/>
            <a:ext cx="5181600" cy="3069355"/>
          </a:xfrm>
        </p:spPr>
      </p:pic>
    </p:spTree>
    <p:extLst>
      <p:ext uri="{BB962C8B-B14F-4D97-AF65-F5344CB8AC3E}">
        <p14:creationId xmlns:p14="http://schemas.microsoft.com/office/powerpoint/2010/main" val="911058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Example of unsupervised learning</a:t>
            </a:r>
            <a:br>
              <a:rPr lang="en-US" altLang="ko-KR" dirty="0"/>
            </a:br>
            <a:r>
              <a:rPr lang="en-US" altLang="ko-KR" sz="2400" dirty="0" err="1"/>
              <a:t>KMeans</a:t>
            </a:r>
            <a:r>
              <a:rPr lang="en-US" altLang="ko-KR" sz="2400" dirty="0"/>
              <a:t> algorithm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9919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KMeans</a:t>
            </a:r>
            <a:r>
              <a:rPr lang="en-US" altLang="ko-KR" dirty="0"/>
              <a:t> algorithm from scikit-learn</a:t>
            </a:r>
          </a:p>
          <a:p>
            <a:r>
              <a:rPr lang="en-US" altLang="ko-KR" dirty="0"/>
              <a:t>We will divide the data into three groups.(</a:t>
            </a:r>
            <a:r>
              <a:rPr lang="en-US" altLang="ko-KR" dirty="0" err="1"/>
              <a:t>n_cluster</a:t>
            </a:r>
            <a:r>
              <a:rPr lang="en-US" altLang="ko-KR" dirty="0"/>
              <a:t> = 3)</a:t>
            </a:r>
          </a:p>
          <a:p>
            <a:r>
              <a:rPr lang="en-US" altLang="ko-KR" dirty="0"/>
              <a:t>By using </a:t>
            </a:r>
            <a:r>
              <a:rPr lang="en-US" altLang="ko-KR" dirty="0" err="1"/>
              <a:t>fit_predict</a:t>
            </a:r>
            <a:r>
              <a:rPr lang="en-US" altLang="ko-KR" dirty="0"/>
              <a:t> method, we can do learning and prediction.	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E75B160-F655-4829-8DC5-2038F5A02A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99195"/>
            <a:ext cx="5181600" cy="3278379"/>
          </a:xfrm>
        </p:spPr>
      </p:pic>
    </p:spTree>
    <p:extLst>
      <p:ext uri="{BB962C8B-B14F-4D97-AF65-F5344CB8AC3E}">
        <p14:creationId xmlns:p14="http://schemas.microsoft.com/office/powerpoint/2010/main" val="207682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Confirmation of learning output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75EE6-0E4A-413A-875D-B97F0D29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7791" y="1758350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By using visualization, we’re going to confirm clustering results.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B819B27-8F27-4B91-9073-9EBC35B33F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38" y="1797607"/>
            <a:ext cx="6789272" cy="3772683"/>
          </a:xfr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0649E3A-9F2A-49A8-A1ED-EBDC96ABB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91" y="3106658"/>
            <a:ext cx="4800000" cy="314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2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D5505-6926-4764-85CE-F9EB79E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</a:t>
            </a:r>
            <a:br>
              <a:rPr lang="en-US" altLang="ko-KR" dirty="0"/>
            </a:br>
            <a:r>
              <a:rPr lang="en-US" altLang="ko-KR" sz="2400" dirty="0"/>
              <a:t>using python (pandas, matplotlib, seaborn)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BBA06-7E7F-49DA-B376-FD9A67A89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We’re</a:t>
            </a:r>
            <a:r>
              <a:rPr lang="ko-KR" altLang="en-US" dirty="0"/>
              <a:t> </a:t>
            </a:r>
            <a:r>
              <a:rPr lang="en-US" altLang="ko-KR" dirty="0"/>
              <a:t>going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use</a:t>
            </a:r>
            <a:r>
              <a:rPr lang="ko-KR" altLang="en-US" dirty="0"/>
              <a:t> </a:t>
            </a:r>
            <a:r>
              <a:rPr lang="en-US" altLang="ko-KR" dirty="0"/>
              <a:t>visualization</a:t>
            </a:r>
            <a:r>
              <a:rPr lang="ko-KR" altLang="en-US" dirty="0"/>
              <a:t> </a:t>
            </a:r>
            <a:r>
              <a:rPr lang="en-US" altLang="ko-KR" dirty="0"/>
              <a:t>tool</a:t>
            </a:r>
            <a:r>
              <a:rPr lang="ko-KR" altLang="en-US" dirty="0"/>
              <a:t> </a:t>
            </a:r>
            <a:r>
              <a:rPr lang="en-US" altLang="ko-KR" dirty="0"/>
              <a:t>as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matplotlib</a:t>
            </a:r>
            <a:r>
              <a:rPr lang="ko-KR" altLang="en-US" dirty="0"/>
              <a:t> </a:t>
            </a:r>
            <a:r>
              <a:rPr lang="en-US" altLang="ko-KR" dirty="0"/>
              <a:t>mainly</a:t>
            </a:r>
          </a:p>
          <a:p>
            <a:r>
              <a:rPr lang="en-US" altLang="ko-KR" dirty="0"/>
              <a:t>This library can print beautifully axis, label, deployment, color, </a:t>
            </a:r>
            <a:r>
              <a:rPr lang="en-US" altLang="ko-KR" dirty="0" err="1"/>
              <a:t>etc</a:t>
            </a:r>
            <a:r>
              <a:rPr lang="en-US" altLang="ko-KR" dirty="0"/>
              <a:t>…</a:t>
            </a:r>
          </a:p>
          <a:p>
            <a:r>
              <a:rPr lang="en-US" altLang="ko-KR" dirty="0"/>
              <a:t>We’re going to use IDE as a </a:t>
            </a:r>
            <a:r>
              <a:rPr lang="en-US" altLang="ko-KR" dirty="0" err="1"/>
              <a:t>Jupyter</a:t>
            </a:r>
            <a:r>
              <a:rPr lang="en-US" altLang="ko-KR" dirty="0"/>
              <a:t> Notebook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4DB14-A2B8-4E10-A4FF-C22E38531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94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output using matplotlib</a:t>
            </a:r>
            <a:br>
              <a:rPr lang="en-US" altLang="ko-KR" dirty="0"/>
            </a:br>
            <a:r>
              <a:rPr lang="en-US" altLang="ko-KR" sz="2400" dirty="0" err="1"/>
              <a:t>plt.plot</a:t>
            </a:r>
            <a:r>
              <a:rPr lang="en-US" altLang="ko-KR" sz="2400" dirty="0"/>
              <a:t>(x1, y1)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numpy</a:t>
            </a:r>
            <a:r>
              <a:rPr lang="en-US" altLang="ko-KR" dirty="0"/>
              <a:t> to make data set</a:t>
            </a:r>
          </a:p>
          <a:p>
            <a:r>
              <a:rPr lang="en-US" altLang="ko-KR" dirty="0"/>
              <a:t>Import matplotlib to make graph</a:t>
            </a:r>
          </a:p>
          <a:p>
            <a:r>
              <a:rPr lang="en-US" altLang="ko-KR" dirty="0"/>
              <a:t>We set the range from -5 to 5 to x1 to output a graph of the sin function in a specific range.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95AB63A-7BDE-41CA-BD71-27CA8C14CA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289" y="1473287"/>
            <a:ext cx="4944280" cy="424654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D2AF41-C452-4D33-AD39-619E09E2C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437" y="4776123"/>
            <a:ext cx="3228254" cy="207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7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output using matplotlib</a:t>
            </a:r>
            <a:br>
              <a:rPr lang="en-US" altLang="ko-KR" dirty="0"/>
            </a:br>
            <a:r>
              <a:rPr lang="en-US" altLang="ko-KR" sz="2400" dirty="0" err="1"/>
              <a:t>ax.plot</a:t>
            </a:r>
            <a:r>
              <a:rPr lang="en-US" altLang="ko-KR" sz="2400" dirty="0"/>
              <a:t>(x1, y1)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fig is an object of the Figure class that generates a canvas, which is the entire area of the graph</a:t>
            </a:r>
          </a:p>
          <a:p>
            <a:r>
              <a:rPr lang="en-US" altLang="ko-KR" dirty="0"/>
              <a:t>ax is an object of the Axes class that generates a coordinate plane.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C0E944A-5125-4E00-A767-878EBF0260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3295684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AA081C-9FD4-4FBE-BE45-AD32A3DB5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945" y="4471333"/>
            <a:ext cx="3313863" cy="23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2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Preparing Data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91DA-4713-4360-89AD-E39C1757A9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x2 stores an array from 0 to 99 as a number array function.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y2 stores the result obtained by multiplying an array of 100 random numbers from 0 to 1 by x2.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EAA3DB53-AF3E-48C6-9674-CD3F2238D8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925308"/>
          </a:xfrm>
        </p:spPr>
      </p:pic>
    </p:spTree>
    <p:extLst>
      <p:ext uri="{BB962C8B-B14F-4D97-AF65-F5344CB8AC3E}">
        <p14:creationId xmlns:p14="http://schemas.microsoft.com/office/powerpoint/2010/main" val="78333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scatter</a:t>
            </a:r>
            <a:endParaRPr lang="ko-KR" altLang="en-US" sz="2400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F11F1CE-C35A-4003-B330-A9F2DD5B36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93BACBF-5E8B-48A9-BFF5-347DF3BD99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8023"/>
            <a:ext cx="5181600" cy="3426541"/>
          </a:xfrm>
        </p:spPr>
      </p:pic>
    </p:spTree>
    <p:extLst>
      <p:ext uri="{BB962C8B-B14F-4D97-AF65-F5344CB8AC3E}">
        <p14:creationId xmlns:p14="http://schemas.microsoft.com/office/powerpoint/2010/main" val="3623865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histogram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8C8C0B5-E113-42F7-B94F-52FC8BF20F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5C3ED70-B785-4BCE-8D10-8A3516802A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879"/>
            <a:ext cx="5181600" cy="3170829"/>
          </a:xfrm>
        </p:spPr>
      </p:pic>
    </p:spTree>
    <p:extLst>
      <p:ext uri="{BB962C8B-B14F-4D97-AF65-F5344CB8AC3E}">
        <p14:creationId xmlns:p14="http://schemas.microsoft.com/office/powerpoint/2010/main" val="2094665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bar graph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027BC25-78FE-4A37-A174-77FD49CC2C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3B120B7-076A-41D5-9710-A2601A634B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915"/>
            <a:ext cx="5181600" cy="3834758"/>
          </a:xfrm>
        </p:spPr>
      </p:pic>
    </p:spTree>
    <p:extLst>
      <p:ext uri="{BB962C8B-B14F-4D97-AF65-F5344CB8AC3E}">
        <p14:creationId xmlns:p14="http://schemas.microsoft.com/office/powerpoint/2010/main" val="1637389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line graph</a:t>
            </a:r>
            <a:endParaRPr lang="ko-KR" altLang="en-US" sz="24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5B64777-5DC2-4B08-9C9A-07F1998A1A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5D51080-D1D5-485A-AE2A-489E636499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37736"/>
            <a:ext cx="5181600" cy="3727115"/>
          </a:xfrm>
        </p:spPr>
      </p:pic>
    </p:spTree>
    <p:extLst>
      <p:ext uri="{BB962C8B-B14F-4D97-AF65-F5344CB8AC3E}">
        <p14:creationId xmlns:p14="http://schemas.microsoft.com/office/powerpoint/2010/main" val="2410326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various graphs</a:t>
            </a:r>
            <a:br>
              <a:rPr lang="en-US" altLang="ko-KR" dirty="0"/>
            </a:br>
            <a:r>
              <a:rPr lang="en-US" altLang="ko-KR" sz="2400" dirty="0"/>
              <a:t>box plot</a:t>
            </a:r>
            <a:endParaRPr lang="ko-KR" altLang="en-US" sz="24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49B4253-8A61-4BC1-A58A-C5A57FB8C4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424173D-3B23-4588-8E68-86A2A835C8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915"/>
            <a:ext cx="5181600" cy="3834758"/>
          </a:xfrm>
        </p:spPr>
      </p:pic>
    </p:spTree>
    <p:extLst>
      <p:ext uri="{BB962C8B-B14F-4D97-AF65-F5344CB8AC3E}">
        <p14:creationId xmlns:p14="http://schemas.microsoft.com/office/powerpoint/2010/main" val="94908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D325680-510C-4DF4-8E9A-F43C057DA4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wine data set</a:t>
            </a:r>
          </a:p>
          <a:p>
            <a:r>
              <a:rPr lang="en-US" altLang="ko-KR" dirty="0"/>
              <a:t>Get only the data we want</a:t>
            </a:r>
            <a:endParaRPr lang="ko-KR" altLang="en-US" dirty="0"/>
          </a:p>
        </p:txBody>
      </p:sp>
      <p:pic>
        <p:nvPicPr>
          <p:cNvPr id="15" name="내용 개체 틀 14">
            <a:extLst>
              <a:ext uri="{FF2B5EF4-FFF2-40B4-BE49-F238E27FC236}">
                <a16:creationId xmlns:a16="http://schemas.microsoft.com/office/drawing/2014/main" id="{759A99A0-F5E3-46FC-A533-746544BC60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62104"/>
            <a:ext cx="5181600" cy="3278379"/>
          </a:xfrm>
        </p:spPr>
      </p:pic>
    </p:spTree>
    <p:extLst>
      <p:ext uri="{BB962C8B-B14F-4D97-AF65-F5344CB8AC3E}">
        <p14:creationId xmlns:p14="http://schemas.microsoft.com/office/powerpoint/2010/main" val="2650049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scatter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2D7A1F3-596D-4D39-92E4-8D5762F1A0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00" y="2426691"/>
            <a:ext cx="4800000" cy="3149206"/>
          </a:xfr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8A42619-C1D1-44EB-BEC7-2D39671F94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8023"/>
            <a:ext cx="5181600" cy="3426541"/>
          </a:xfrm>
        </p:spPr>
      </p:pic>
    </p:spTree>
    <p:extLst>
      <p:ext uri="{BB962C8B-B14F-4D97-AF65-F5344CB8AC3E}">
        <p14:creationId xmlns:p14="http://schemas.microsoft.com/office/powerpoint/2010/main" val="1842312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 wine data set</a:t>
            </a:r>
            <a:br>
              <a:rPr lang="en-US" altLang="ko-KR" dirty="0"/>
            </a:br>
            <a:r>
              <a:rPr lang="en-US" altLang="ko-KR" sz="2400" dirty="0"/>
              <a:t>histogram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6C7D5210-C3A4-467B-B656-BFEF2AC043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92" y="2426691"/>
            <a:ext cx="4673016" cy="3149206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48537008-CAAA-46BD-94EB-9AD9F0579F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879"/>
            <a:ext cx="5181600" cy="3170829"/>
          </a:xfrm>
        </p:spPr>
      </p:pic>
    </p:spTree>
    <p:extLst>
      <p:ext uri="{BB962C8B-B14F-4D97-AF65-F5344CB8AC3E}">
        <p14:creationId xmlns:p14="http://schemas.microsoft.com/office/powerpoint/2010/main" val="1731823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pandas</a:t>
            </a:r>
          </a:p>
          <a:p>
            <a:r>
              <a:rPr lang="en-US" altLang="ko-KR" dirty="0"/>
              <a:t>Get wine datasets</a:t>
            </a:r>
          </a:p>
          <a:p>
            <a:r>
              <a:rPr lang="en-US" altLang="ko-KR" dirty="0"/>
              <a:t>Make data frame using pandas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Output a part of the dataset using the head method</a:t>
            </a:r>
            <a:endParaRPr lang="en-US" altLang="ko-KR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E8FB316-4EAC-4320-B9C1-7A38C9B0B8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845" y="1825625"/>
            <a:ext cx="5749953" cy="2936333"/>
          </a:xfrm>
        </p:spPr>
      </p:pic>
    </p:spTree>
    <p:extLst>
      <p:ext uri="{BB962C8B-B14F-4D97-AF65-F5344CB8AC3E}">
        <p14:creationId xmlns:p14="http://schemas.microsoft.com/office/powerpoint/2010/main" val="3933483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Set column label as a ‘kind(target)’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Output a part of the dataset using the head method</a:t>
            </a:r>
            <a:endParaRPr lang="en-US" altLang="ko-KR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93A4C5E-D027-4AE4-A142-63E0DD29F1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610" y="1825624"/>
            <a:ext cx="5739192" cy="2117201"/>
          </a:xfrm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ea typeface="+mj-ea"/>
              </a:rPr>
              <a:t>Combine target data and feature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Output a part of the dataset using the head method</a:t>
            </a:r>
            <a:endParaRPr lang="en-US" altLang="ko-KR" dirty="0">
              <a:ea typeface="+mj-ea"/>
            </a:endParaRP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3E341955-9D2C-4D00-A936-F851758197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2662308"/>
          </a:xfrm>
        </p:spPr>
      </p:pic>
    </p:spTree>
    <p:extLst>
      <p:ext uri="{BB962C8B-B14F-4D97-AF65-F5344CB8AC3E}">
        <p14:creationId xmlns:p14="http://schemas.microsoft.com/office/powerpoint/2010/main" val="1936405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corr</a:t>
            </a:r>
            <a:r>
              <a:rPr lang="en-US" altLang="ko-KR" dirty="0"/>
              <a:t>() function outputs correlation coefficient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The correlation coefficient is a positive correlation as it approaches 1, and a negative correlation as it approaches -1, it is negative.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If it is close to 0, there is no correlation between the data.</a:t>
            </a:r>
            <a:endParaRPr lang="en-US" altLang="ko-KR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4746C81-91B9-42F5-8261-A26D6C4BF4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2048669"/>
            <a:ext cx="4305300" cy="3905250"/>
          </a:xfrm>
        </p:spPr>
      </p:pic>
    </p:spTree>
    <p:extLst>
      <p:ext uri="{BB962C8B-B14F-4D97-AF65-F5344CB8AC3E}">
        <p14:creationId xmlns:p14="http://schemas.microsoft.com/office/powerpoint/2010/main" val="221488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6B543-97D4-4EEB-8D83-E6948CB07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describe() function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outputs eight pieces of statistical information.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count, mean, std, min, 25%, 50%, 75%, max</a:t>
            </a:r>
            <a:endParaRPr lang="en-US" altLang="ko-KR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1F5E875-51FC-4F1D-AFD3-2D8CDAF857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048669"/>
            <a:ext cx="4953000" cy="3905250"/>
          </a:xfrm>
        </p:spPr>
      </p:pic>
    </p:spTree>
    <p:extLst>
      <p:ext uri="{BB962C8B-B14F-4D97-AF65-F5344CB8AC3E}">
        <p14:creationId xmlns:p14="http://schemas.microsoft.com/office/powerpoint/2010/main" val="3101465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DE2140B-C9D1-4428-95D2-9649147882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81" y="1825625"/>
            <a:ext cx="4471237" cy="4351338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93E4AF4E-0D20-4C1D-9465-77620D505B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59762"/>
            <a:ext cx="5181600" cy="2483063"/>
          </a:xfrm>
        </p:spPr>
      </p:pic>
    </p:spTree>
    <p:extLst>
      <p:ext uri="{BB962C8B-B14F-4D97-AF65-F5344CB8AC3E}">
        <p14:creationId xmlns:p14="http://schemas.microsoft.com/office/powerpoint/2010/main" val="1339228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B1753-CA2D-44D1-9BD5-36276B7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 pandas to understand</a:t>
            </a:r>
            <a:br>
              <a:rPr lang="en-US" altLang="ko-KR" dirty="0"/>
            </a:br>
            <a:r>
              <a:rPr lang="en-US" altLang="ko-KR" dirty="0"/>
              <a:t>and handle data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C7467E-0D4B-4A51-9793-61078D42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203B0FD-E07F-4488-BB2E-EDFDFE092E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54" y="2331453"/>
            <a:ext cx="4863492" cy="3339682"/>
          </a:xfrm>
        </p:spPr>
      </p:pic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3C40A2FD-49F8-48B8-8AD7-8F46A23F2B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49583"/>
            <a:ext cx="5181600" cy="2103421"/>
          </a:xfrm>
        </p:spPr>
      </p:pic>
    </p:spTree>
    <p:extLst>
      <p:ext uri="{BB962C8B-B14F-4D97-AF65-F5344CB8AC3E}">
        <p14:creationId xmlns:p14="http://schemas.microsoft.com/office/powerpoint/2010/main" val="77255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782</Words>
  <Application>Microsoft Office PowerPoint</Application>
  <PresentationFormat>와이드스크린</PresentationFormat>
  <Paragraphs>85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noto</vt:lpstr>
      <vt:lpstr>맑은 고딕</vt:lpstr>
      <vt:lpstr>Arial</vt:lpstr>
      <vt:lpstr>Office 테마</vt:lpstr>
      <vt:lpstr>Preparing Machine Learning</vt:lpstr>
      <vt:lpstr>Importance of Collecting and Preparing Data</vt:lpstr>
      <vt:lpstr>Dependent variable and Independent variable</vt:lpstr>
      <vt:lpstr>Looking for scikit-learn’s sample data get iris data set</vt:lpstr>
      <vt:lpstr>Example of supervised learning looking for example (breast cancer diagnosis data set, data preprocessing)</vt:lpstr>
      <vt:lpstr>Example of supervised learning logistic regression</vt:lpstr>
      <vt:lpstr>Accuracy evaluation</vt:lpstr>
      <vt:lpstr>Example of unsupervised learning looking for example (wine data set, data preprocessing)</vt:lpstr>
      <vt:lpstr>Example of unsupervised learning KMeans algorithm</vt:lpstr>
      <vt:lpstr>Confirmation of learning output</vt:lpstr>
      <vt:lpstr>Visualization using python (pandas, matplotlib, seaborn)</vt:lpstr>
      <vt:lpstr>Graph output using matplotlib plt.plot(x1, y1)</vt:lpstr>
      <vt:lpstr>Graph output using matplotlib ax.plot(x1, y1)</vt:lpstr>
      <vt:lpstr>Output various graphs Preparing Data</vt:lpstr>
      <vt:lpstr>Output various graphs scatter</vt:lpstr>
      <vt:lpstr>Output various graphs histogram</vt:lpstr>
      <vt:lpstr>Output various graphs bar graph</vt:lpstr>
      <vt:lpstr>Output various graphs line graph</vt:lpstr>
      <vt:lpstr>Output various graphs box plot</vt:lpstr>
      <vt:lpstr>Visualization of wine data set data preprocessing</vt:lpstr>
      <vt:lpstr>Visualization of wine data set scatter</vt:lpstr>
      <vt:lpstr>Visualization of wine data set histogram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  <vt:lpstr>Use pandas to understand and handle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76</cp:revision>
  <dcterms:created xsi:type="dcterms:W3CDTF">2022-03-29T06:47:50Z</dcterms:created>
  <dcterms:modified xsi:type="dcterms:W3CDTF">2022-03-31T10:31:36Z</dcterms:modified>
</cp:coreProperties>
</file>
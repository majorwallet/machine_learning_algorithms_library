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F92FB-2BAD-4FA3-910B-CEBF2DDFE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0444B8-7DD0-49B7-AC41-75DBA62EE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7BF72C-90AD-465D-99AD-EADB9EF0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2AB40F-E51C-47D4-B0F9-5DD70102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954F52-63AB-4E21-9683-C12BD57D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16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FB16D-0C33-4959-A36C-F806816F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B43AC-D088-430F-B760-A020DD83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FAA3D-7D3D-4F52-B968-B30879F8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FB9F23-70B3-4BB0-A40D-33CAFDC3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02607-5A56-4841-AE6C-929FA277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29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9C272-9597-4F37-AEED-4610F9F47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77DEC-D088-463D-A2F0-9F4C8C0FD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07CCC-673D-4404-96F5-9376632E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BA76FE-B5B1-44C3-AB6E-B1853998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C7DD0-709A-4063-BEEC-93135BED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53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C20A5-25B6-4432-B60B-F36D17CA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A9A5D6-8E90-4B4F-ABEA-6FFE6DB39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9846E-3912-476F-9FD0-F04FD67B4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2BA261-58CF-4820-84F5-D0EB66AF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031BDB-D58F-4728-A9CA-E0D25570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C7FB5A-7190-420C-89EC-BF538C9E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17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12790-875C-42D4-A425-8C3377F1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5E6791-C671-4A56-B21E-0E4AE65DE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D1A5A4-4467-4754-BB23-458D563EB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F5AD78-F38E-4787-8ED1-1DD0AD6D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19480F-75A6-47AC-BACD-3331CA268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800167-032E-4B79-90CE-4388B1AB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CD531E-8260-45DD-9EF4-956BB8EB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19FC87-4062-4BFD-8983-50E66AC7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27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4F988-9BAC-4D0F-A01C-C9C47FDB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05156B-489C-4352-B550-9E79A79C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770C21-768F-4ED6-96F0-A03A49DF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7AFE7B-72D6-4430-8047-3E2A0364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0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BA47DF-C6AC-4F58-A2BD-BD2B2A67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6F71D4-D20D-490D-8ACA-F5E78EA7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1967F-99D2-422F-9BC9-BE09B568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2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DAE9B-5A8C-4A8A-A720-A868D1E5B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159D17-6D10-4140-B18B-1E92668A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F64BCF-37AA-4165-9511-B9B080E01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2EFC68-157A-4F08-8BC6-152A9AE6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DFF143-2F45-4AA1-9BE9-1EE11E5F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C1B96D-3087-4E7B-9DC2-3E78313C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8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E12E3-B94E-4D96-A356-4FA5E26A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3E79F1-C7A0-43DA-B0D0-EE686859A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E44F89-6439-41C6-87D6-0F5B92AF1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1A224-6CAB-47DE-A498-BCF31C54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8BF87-088B-4760-AD5D-4226AD08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FE3990-AB44-4DC8-B5D3-746C97AF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87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D5CD8-FC7C-485A-B549-4CE8AD39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9D5689-1A6C-4AEF-83C0-8A0EE41B9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2C2F-13C3-4380-93FD-E99153A8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3B9F5-FA30-4DE5-A9F6-535D517A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E9C093-F148-469E-A0E1-E7553E78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82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8F4449-B7C2-4B0A-87C4-75CC60B42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50DE1A-6F3C-4D85-B3C6-F42F90F1B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71885C-44E1-4F26-821A-D775BEEF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BD72C-76B7-4DF4-9540-5A3C2ACB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4216DE-A20E-4DB2-B149-BFB0C950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52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6972CA-AAA4-4908-9048-151D193D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EEB0-BA8D-4270-BC15-84EF09D2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D916E-05F9-4C4A-9A2D-D7B440C93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28BFE-3D2B-42E8-BE76-D0D76C35040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5966F-ACE4-47C4-A02E-EEC9A7601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3AA2A-0714-4BE8-A274-A2F3ABBA9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EDF73-01F7-4EA8-A686-06354E97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07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DB4EC-9A29-4BD9-875D-5C5E70FAB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535"/>
            <a:ext cx="9144000" cy="2387600"/>
          </a:xfrm>
        </p:spPr>
        <p:txBody>
          <a:bodyPr/>
          <a:lstStyle/>
          <a:p>
            <a:r>
              <a:rPr lang="en-US" altLang="ko-KR" dirty="0"/>
              <a:t>Evaluation Method and</a:t>
            </a:r>
            <a:br>
              <a:rPr lang="en-US" altLang="ko-KR" dirty="0"/>
            </a:br>
            <a:r>
              <a:rPr lang="en-US" altLang="ko-KR" dirty="0"/>
              <a:t>Data Preprocessing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08A4E3-F9FD-4C6A-BF8F-F3F37F399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0210"/>
            <a:ext cx="9144000" cy="1655762"/>
          </a:xfrm>
        </p:spPr>
        <p:txBody>
          <a:bodyPr/>
          <a:lstStyle/>
          <a:p>
            <a:r>
              <a:rPr lang="en-US" altLang="ko-KR" dirty="0"/>
              <a:t>Data Preprocessing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6F7E73-4599-4341-B93D-FFD7C9355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57B657-56D8-4DAC-856E-D044E6A2CC86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0450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9D0E8-D0BA-453A-8DD2-9D095899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Converting Image Data</a:t>
            </a:r>
            <a:br>
              <a:rPr lang="en-US" altLang="ko-KR" dirty="0"/>
            </a:br>
            <a:r>
              <a:rPr lang="en-US" altLang="ko-KR" sz="2400" dirty="0"/>
              <a:t>MNIST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FCE88BE-E0F2-4DB0-8CE8-97743C59A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513" y="1892024"/>
            <a:ext cx="4752975" cy="3543300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6039E7-722F-47A7-9864-EE3D30D8C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58F0A9-81E0-4433-AA88-93F155F659B9}"/>
              </a:ext>
            </a:extLst>
          </p:cNvPr>
          <p:cNvSpPr txBox="1"/>
          <p:nvPr/>
        </p:nvSpPr>
        <p:spPr>
          <a:xfrm>
            <a:off x="922090" y="5451994"/>
            <a:ext cx="10579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The brightness value of the image data pixel of each number is converted into vector data and used.</a:t>
            </a:r>
          </a:p>
        </p:txBody>
      </p:sp>
    </p:spTree>
    <p:extLst>
      <p:ext uri="{BB962C8B-B14F-4D97-AF65-F5344CB8AC3E}">
        <p14:creationId xmlns:p14="http://schemas.microsoft.com/office/powerpoint/2010/main" val="267085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E5BDC-FC88-41C6-A608-C8A00A3D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EBEDFB4-B9CC-4AC0-A716-518E370BD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038" y="1690689"/>
            <a:ext cx="4901923" cy="3778934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29B0CF-D80E-4626-8032-C95400E53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BD7184-E215-4E53-86CD-9626CC3F1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29" y="5609681"/>
            <a:ext cx="9240540" cy="5144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82DA0F-0DB7-4DAC-8882-836AB339F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89" y="5406022"/>
            <a:ext cx="921740" cy="92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1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A73F7-D22A-4637-9B95-5FD6A264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01EB73D0-FF55-4603-AF95-55C6FF5269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7" y="2271797"/>
            <a:ext cx="4488748" cy="3204595"/>
          </a:xfr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F0EBAB-68AE-4049-9B52-437C9E0409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61422"/>
            <a:ext cx="5181600" cy="3491947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016159-E3B5-4263-A234-ABB89D117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0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</Words>
  <Application>Microsoft Office PowerPoint</Application>
  <PresentationFormat>와이드스크린</PresentationFormat>
  <Paragraphs>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Helvetica Neue</vt:lpstr>
      <vt:lpstr>맑은 고딕</vt:lpstr>
      <vt:lpstr>Arial</vt:lpstr>
      <vt:lpstr>Office 테마</vt:lpstr>
      <vt:lpstr>Evaluation Method and Data Preprocessing</vt:lpstr>
      <vt:lpstr>Converting Image Data MNIST</vt:lpstr>
      <vt:lpstr>Sample Code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8</cp:revision>
  <dcterms:created xsi:type="dcterms:W3CDTF">2022-04-13T04:44:20Z</dcterms:created>
  <dcterms:modified xsi:type="dcterms:W3CDTF">2022-04-13T04:52:35Z</dcterms:modified>
</cp:coreProperties>
</file>
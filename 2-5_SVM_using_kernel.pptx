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8D738-8E17-4121-B16C-D33BCFDE1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155F96-ED26-486F-9599-E1D04A215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6AE21-A055-46B3-843A-ADCC80AF7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59D6-FE4E-43B6-95B0-34925AB1AA16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75C9B7-FEDF-4B65-9B1C-659308CB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E19680-BDAD-4F53-B67A-2A761A90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46E2-E7BA-4B2C-AB8F-01ECF2D523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45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C6BED-0C1E-4314-B461-B5F5DE3E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A57832-E1B4-478F-A1D4-5405C27FE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91DBC-D0DD-4076-99CC-84DBCC3FD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59D6-FE4E-43B6-95B0-34925AB1AA16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1E8B47-5E7A-4954-9B66-9DDF683F6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2EC54B-E69C-4A69-9320-180D01766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46E2-E7BA-4B2C-AB8F-01ECF2D523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15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FD1FD-F998-4E80-A1AF-7442F86A5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A416C8-9594-406D-BD0D-5FA41D68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B2E38F-9FED-4A47-8EE1-9401A61AD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59D6-FE4E-43B6-95B0-34925AB1AA16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D62A9-AAD4-427A-8F06-D8C08222D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D7BB1A-55CA-41CA-87FE-31708586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46E2-E7BA-4B2C-AB8F-01ECF2D523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51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22A7A-7A9D-4032-8F2D-866AAE1D1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C1AC1B-1451-468C-BEB2-44D9B4511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F1C0AE-83DF-4618-AC12-078C4C145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801743-F728-4C27-A0D3-380CA929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59D6-FE4E-43B6-95B0-34925AB1AA16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62C340-1CB1-46ED-AE22-2353314B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828178-D320-4B8F-8A4B-B7CCC9AD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46E2-E7BA-4B2C-AB8F-01ECF2D523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9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4F41E2-83FC-482A-883B-A7E2820DB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628CA2-DEFF-49E8-B50B-429FA90B9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1D5BC5-1E5D-4F33-BDE2-D875D6DC6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4386FF-61DD-4177-869F-DBD8D58B6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476D40-3267-4D79-B064-887CC0EAF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39DB4CB-26EC-4304-9924-C5235F74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59D6-FE4E-43B6-95B0-34925AB1AA16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23C599-D6DC-4948-9B62-1C7D2625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0B9E51-C82E-431A-B001-1276D64F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46E2-E7BA-4B2C-AB8F-01ECF2D523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86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4968A-4A4F-46D9-AD20-A05E5D1C3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C704F8-4712-446D-BF87-6052E995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59D6-FE4E-43B6-95B0-34925AB1AA16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31A75C-8B8E-4F9D-9884-FAD30A328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0C4AC6-8DE4-4A9B-971D-1BA6F7367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46E2-E7BA-4B2C-AB8F-01ECF2D523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75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54EE25-1758-44B9-BE01-15B700A0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59D6-FE4E-43B6-95B0-34925AB1AA16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79A73C-BC9A-442C-B7B3-AFC50F406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828E08-4D7B-49F0-A4A3-2D0E3900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46E2-E7BA-4B2C-AB8F-01ECF2D523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07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06398-C9FB-4BFF-801A-5227BFB82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E0843A-EC62-4179-9C46-F9B3AC61D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892F08-91EA-4E1E-9E69-42A0AF721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A6E47B-4795-4EAA-B6C0-62FFE641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59D6-FE4E-43B6-95B0-34925AB1AA16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666F4F-CB13-4592-9D17-38DBE415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130BBF-B692-441A-A13B-565C2138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46E2-E7BA-4B2C-AB8F-01ECF2D523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997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39019-52C0-4F06-9B82-F21765495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7B60A1-A0E3-4752-A075-EBA3B0616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0416A-C19A-425B-9EFF-AF04D8797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305B6D-19AF-4A9B-A8D9-FF57B1B84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59D6-FE4E-43B6-95B0-34925AB1AA16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516ED-52D4-4280-BA56-019CDCDA1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AAEB86-4AC3-4B5E-82C6-C1D4061A7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46E2-E7BA-4B2C-AB8F-01ECF2D523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94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7D700-E141-475C-A95F-C36E86D7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0327B0-944D-4F12-BBAA-426749AEC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46C8D-B87E-4619-99A5-602DF05B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59D6-FE4E-43B6-95B0-34925AB1AA16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03A426-B0C2-460D-81F3-71B60C8A4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85CB69-CC29-448B-B9A4-B08FE05B9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46E2-E7BA-4B2C-AB8F-01ECF2D523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64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EAE03A-0D9C-4C76-B469-11C43A1F3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903841-AD2F-4D76-A856-B610A4B6E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8EDDA9-215D-46C4-A209-00BDD5F9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59D6-FE4E-43B6-95B0-34925AB1AA16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DA09C1-6D1C-4038-B773-F1A7016B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4BB1F8-8107-40A5-AB92-BF4D7121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46E2-E7BA-4B2C-AB8F-01ECF2D523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71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E555F77-5C42-41B5-A87A-64759A792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514840-8C71-40EA-8E2A-1538D2B8D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5E5366-1686-4009-9032-B356729BF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859D6-FE4E-43B6-95B0-34925AB1AA16}" type="datetimeFigureOut">
              <a:rPr lang="ko-KR" altLang="en-US" smtClean="0"/>
              <a:t>2022-04-01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073153-BC9A-43BF-856A-3A3A9A196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8C4D0D-79AC-4BCF-BC49-B91CA927F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E46E2-E7BA-4B2C-AB8F-01ECF2D523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315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C75CB-79B6-4143-89DF-90D4BCA7B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8520A7-448A-41A7-97F8-3D418A0A46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SVM(Support Vector Machine) Using Kernel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887DC8-0C2A-4C41-AA79-D3AFE92F8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47A64-223B-4E42-8EA2-730A26B9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3BBAFE-304B-459A-80FA-6FAADB51D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 SVM, it is difficult to classify data in which the boundary of each label is curved because the decision boundary is a straight line.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Complex decision boundaries can be learned by applying kernel techniques to SVM.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51AF0EF-40A0-494B-9EFD-707FC6A3DA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2495728"/>
            <a:ext cx="5175258" cy="3007450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BAE8740-70B4-4BCC-9A46-E59FAC9BA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76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12C403-550D-4936-9F68-AA52DEBD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E0B416-80FF-4E0F-926F-E4A52B4BD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K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ernel technique: linear regression after transferring data to another feature space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C</a:t>
            </a:r>
            <a:r>
              <a:rPr lang="en-US" altLang="ko-KR" b="0" i="0">
                <a:solidFill>
                  <a:srgbClr val="000000"/>
                </a:solidFill>
                <a:effectLst/>
              </a:rPr>
              <a:t>onditions 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required to allow linear separation of data that cannot be linearly separated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There is a higher dimension space than the learning data, and each point of the learning data corresponds to a point of the higher dimension space.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Points corresponding to learning data in a high-dimensional space can be linearly separated, and actual learning data is projection in a high-dimensional space.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55F882-70AA-41A9-B424-4AC44BF3E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05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12C403-550D-4936-9F68-AA52DEBD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61F4BA6-1E6C-41E7-B345-C7C313059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252" y="1988191"/>
            <a:ext cx="8837495" cy="3523951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D55F882-70AA-41A9-B424-4AC44BF3E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11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47A64-223B-4E42-8EA2-730A26B9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3BBAFE-304B-459A-80FA-6FAADB51D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Import libraries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Make gaussian quantiles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Set train, test dataset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Make SVM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Learn and predict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Check accuracy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AE8740-70B4-4BCC-9A46-E59FAC9BA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50F34BF3-0395-41E9-8DBA-99766FD86E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25625"/>
            <a:ext cx="5181600" cy="2866553"/>
          </a:xfrm>
        </p:spPr>
      </p:pic>
    </p:spTree>
    <p:extLst>
      <p:ext uri="{BB962C8B-B14F-4D97-AF65-F5344CB8AC3E}">
        <p14:creationId xmlns:p14="http://schemas.microsoft.com/office/powerpoint/2010/main" val="3058092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536DD-B864-42F2-9B16-5B9E7104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Difference in learning outcomes</a:t>
            </a:r>
            <a:br>
              <a:rPr lang="en-US" altLang="ko-KR" dirty="0"/>
            </a:br>
            <a:r>
              <a:rPr lang="en-US" altLang="ko-KR" dirty="0"/>
              <a:t>using kernel functions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71C6754-060B-4C65-8C79-C84C8005AD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850" y="1825625"/>
            <a:ext cx="5536300" cy="4351338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775222-A59D-49FB-9D89-B3D2B6361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64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536DD-B864-42F2-9B16-5B9E7104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Points to note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775222-A59D-49FB-9D89-B3D2B6361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C067A5-A3C6-4959-ACF4-F9229F0DC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The larger the hyperparameter value, the more complex the decision boundary is learned from the data.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Kernel techniques are recommended to be used to require accuracy rather than feature analysis.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It should be noted that meaningful decision boundaries are not obtained as a result of learning.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8628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214</Words>
  <Application>Microsoft Office PowerPoint</Application>
  <PresentationFormat>와이드스크린</PresentationFormat>
  <Paragraphs>23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Supervised Learning</vt:lpstr>
      <vt:lpstr>Fundamental Concept</vt:lpstr>
      <vt:lpstr>Algorithm</vt:lpstr>
      <vt:lpstr>Algorithm</vt:lpstr>
      <vt:lpstr>Sample Code</vt:lpstr>
      <vt:lpstr>Difference in learning outcomes using kernel functions</vt:lpstr>
      <vt:lpstr>Points to 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11</cp:revision>
  <dcterms:created xsi:type="dcterms:W3CDTF">2022-04-01T02:06:49Z</dcterms:created>
  <dcterms:modified xsi:type="dcterms:W3CDTF">2022-04-01T02:41:51Z</dcterms:modified>
</cp:coreProperties>
</file>
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8AC76-64A2-4F98-8915-5F756E71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598957-1899-4523-B8FF-4933DA403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10F24C-9840-42A7-9485-10FFCB33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AE481-2674-4A40-A210-66E78B2C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4E4C8C-037F-4382-B5F7-F9F0780D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88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B6886-720E-4242-86AE-FEC645AF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26049-F9FA-4061-B1CE-615AB358A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B28FF8-21B3-4544-9F4F-BE788D12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DE7B4C-EDBF-4476-8076-1CB2911E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6E9CE6-FDC7-4EE2-8532-063801E9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57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C5D05-4FCF-4BE6-A526-264F47E9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D2E080-9827-47F3-A789-F06ED90BD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8CE73D-F332-42A2-BEED-34BA52DD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E3A705-B20A-4105-8F85-0A40C8C4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DBD8D-093E-4658-B82B-F3747BF2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89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AFA8B-6189-431D-929A-F858D623D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70757D-D5A0-4110-92E9-9DCB32170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8A6987-6B44-421E-B610-AFBAD0BA1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E86504-F2AB-41DA-88F0-864E77D8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D54E46-E7E2-4224-B2E4-5E113BE3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B9ADAF-FCDD-46D7-8E88-4B4C0345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92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EEE78-F8CC-447D-943D-59F6F676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022EBC-7FCF-4C27-8935-B97E7D99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0D3EE1-2ECD-40F4-9432-9C3606C95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365FAE-4BF7-4F18-BD91-CD09BC480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949990-FDC5-4D78-AC61-1FD31154F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6F0793-CADC-445A-8A2E-50462C85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CEE105-EB34-4082-8254-336DC81F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C01948-0B13-41C8-BD5A-D872D7D1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9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50B15-9FF3-4C53-B060-AE1909AB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AD6BDF-51C6-40F3-BD32-3E7A9FF8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35181-3BCD-418B-971B-696ABE55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F50262-BE03-4B42-A086-7BC1ABEF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6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DA9EDA-D71A-414C-A560-B1F7C90F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4C2A7-229C-4498-90C8-E44F4B08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57FA0-02C4-4AD1-A3DB-3A376E12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29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3260D-A061-4832-9D10-82B2AEE0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7DDC3-DFDD-422B-89FD-036CF53A9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EA3E12-A240-4FD5-896B-8636F699F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3EDA28-6F0C-4122-9F5C-A3F9A22B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4923F6-31FF-4E8A-926A-728CB920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12C5E9-B5D7-47EB-94F0-5B2B0A97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92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66442-E351-4760-8E9A-7F25D4200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5ACD3A-6002-4A4A-A39A-3138E3645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57D603-882F-49EA-858B-6AB4E8D9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4302D5-CB6C-4502-9DD8-51A1A020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05E2D1-C796-4679-BDFE-13E5C264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3B5CF6-77E5-40E7-B788-505D3052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81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2CCC3-9664-48AE-8DD2-9C1AE8B7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9ACDFD-F3B7-4F09-A59D-00A1BD725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A8335-86BD-4B52-A280-9402F500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5A9F15-01EF-401B-9ADC-D280B53F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1C5F79-D2FB-4BDC-99B7-FE640AFA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43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B26CF1-7B21-45AB-B456-4872C130D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12D9A2-FC1D-469F-83CD-EA77047DC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05FAF-FA9D-4192-AC6F-C0094D34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8076D-42F6-4D8A-BB22-44EEE83E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15FA7-3E20-4D0F-8D1E-08441951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43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89C127-2196-4E5E-ADF7-87F344C3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07F4F2-FA06-4B22-AE0B-7CC57465A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87876E-532B-4B0A-B2B5-D30700080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D02FE-680C-4D44-8B27-8DE7637C71D9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D99D7-3FCE-4F73-9F13-C5B41BF53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606BF-60B4-440D-8A2E-4C6E49C65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pub/MLBoo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53485-6BD7-4FC5-8B5F-DAEA47295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도감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004CAC-E4B8-494F-AE1A-9C34C2A81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그림으로 공부하는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 </a:t>
            </a:r>
            <a:r>
              <a:rPr lang="en-US" altLang="ko-KR" dirty="0"/>
              <a:t>17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DB8F91-C7F6-4FFE-85C9-6326CCB43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39F6B8-ADF9-4EB7-AAD0-84DB06543F97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3032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5B919-0505-4555-A5C8-CC347DB6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지은이</a:t>
            </a:r>
            <a:r>
              <a:rPr lang="en-US" altLang="ko-KR" dirty="0"/>
              <a:t>, </a:t>
            </a:r>
            <a:r>
              <a:rPr lang="ko-KR" altLang="en-US" dirty="0"/>
              <a:t>옮긴이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3513B-9BD9-4973-835D-179796F10C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지은이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 err="1"/>
              <a:t>아키바</a:t>
            </a:r>
            <a:r>
              <a:rPr lang="ko-KR" altLang="en-US" dirty="0"/>
              <a:t> </a:t>
            </a:r>
            <a:r>
              <a:rPr lang="ko-KR" altLang="en-US" dirty="0" err="1"/>
              <a:t>신야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스기야마</a:t>
            </a:r>
            <a:r>
              <a:rPr lang="ko-KR" altLang="en-US" dirty="0"/>
              <a:t> 아세이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데라다</a:t>
            </a:r>
            <a:r>
              <a:rPr lang="ko-KR" altLang="en-US" dirty="0"/>
              <a:t> </a:t>
            </a:r>
            <a:r>
              <a:rPr lang="ko-KR" altLang="en-US" dirty="0" err="1"/>
              <a:t>마나부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FFA9B4-680E-47E6-AA0B-47C0F7EBE4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옮긴이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 err="1"/>
              <a:t>이중민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D968FE-B504-4A16-9D57-8638A2493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6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811E7-1B95-4EB7-B252-3316AC3C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397F6-7FFA-4464-92A7-C9364E564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Chapter1.</a:t>
            </a:r>
            <a:r>
              <a:rPr lang="ko-KR" altLang="en-US" dirty="0"/>
              <a:t> </a:t>
            </a:r>
            <a:r>
              <a:rPr lang="ko-KR" altLang="en-US" dirty="0" err="1"/>
              <a:t>머신러닝</a:t>
            </a:r>
            <a:r>
              <a:rPr lang="ko-KR" altLang="en-US" dirty="0"/>
              <a:t> 기초</a:t>
            </a:r>
            <a:endParaRPr lang="en-US" altLang="ko-KR" dirty="0"/>
          </a:p>
          <a:p>
            <a:r>
              <a:rPr lang="en-US" altLang="ko-KR" dirty="0"/>
              <a:t>Chapter2. </a:t>
            </a:r>
            <a:r>
              <a:rPr lang="ko-KR" altLang="en-US" dirty="0"/>
              <a:t>지도 학습</a:t>
            </a:r>
            <a:endParaRPr lang="en-US" altLang="ko-KR" dirty="0"/>
          </a:p>
          <a:p>
            <a:r>
              <a:rPr lang="en-US" altLang="ko-KR" dirty="0"/>
              <a:t>Chapter3. </a:t>
            </a:r>
            <a:r>
              <a:rPr lang="ko-KR" altLang="en-US" dirty="0"/>
              <a:t>비지도 학습</a:t>
            </a:r>
            <a:endParaRPr lang="en-US" altLang="ko-KR" dirty="0"/>
          </a:p>
          <a:p>
            <a:r>
              <a:rPr lang="en-US" altLang="ko-KR" dirty="0"/>
              <a:t>Chapter4. </a:t>
            </a:r>
            <a:r>
              <a:rPr lang="ko-KR" altLang="en-US" dirty="0"/>
              <a:t>평가 방법과 여러 가지 데이터 처리</a:t>
            </a:r>
            <a:endParaRPr lang="en-US" altLang="ko-KR" dirty="0"/>
          </a:p>
          <a:p>
            <a:r>
              <a:rPr lang="en-US" altLang="ko-KR" dirty="0"/>
              <a:t>Chapter5. </a:t>
            </a:r>
            <a:r>
              <a:rPr lang="ko-KR" altLang="en-US" dirty="0"/>
              <a:t>파이썬 개발 환경</a:t>
            </a:r>
            <a:endParaRPr lang="en-US" altLang="ko-KR" dirty="0"/>
          </a:p>
          <a:p>
            <a:r>
              <a:rPr lang="en-US" altLang="ko-KR" dirty="0"/>
              <a:t>Appendix </a:t>
            </a:r>
            <a:r>
              <a:rPr lang="ko-KR" altLang="en-US" dirty="0"/>
              <a:t>부록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40451B-1303-40D5-84E7-C391F8044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6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8A2F8-DBC9-4CE0-8DEB-7CD749DF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책의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8E80C-93D5-4C8E-8BDA-BC2146639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지도 학습과 분류</a:t>
            </a:r>
            <a:r>
              <a:rPr lang="en-US" altLang="ko-KR" dirty="0"/>
              <a:t>/</a:t>
            </a:r>
            <a:r>
              <a:rPr lang="ko-KR" altLang="en-US" dirty="0"/>
              <a:t>회귀 문제</a:t>
            </a:r>
            <a:r>
              <a:rPr lang="en-US" altLang="ko-KR" dirty="0"/>
              <a:t>, </a:t>
            </a:r>
            <a:r>
              <a:rPr lang="ko-KR" altLang="en-US" dirty="0"/>
              <a:t>비지도 학습과 차원 축소</a:t>
            </a:r>
            <a:r>
              <a:rPr lang="en-US" altLang="ko-KR" dirty="0"/>
              <a:t>/</a:t>
            </a:r>
            <a:r>
              <a:rPr lang="ko-KR" altLang="en-US" dirty="0" err="1"/>
              <a:t>클러스팅이라는</a:t>
            </a:r>
            <a:r>
              <a:rPr lang="ko-KR" altLang="en-US" dirty="0"/>
              <a:t> 여섯 가지 기준 아래 사전처럼 찾아볼 수 있는 </a:t>
            </a:r>
            <a:r>
              <a:rPr lang="en-US" altLang="ko-KR" dirty="0"/>
              <a:t>17</a:t>
            </a:r>
            <a:r>
              <a:rPr lang="ko-KR" altLang="en-US" dirty="0"/>
              <a:t>가지 알고리즘을 엄선하여 소개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10~20</a:t>
            </a:r>
            <a:r>
              <a:rPr lang="ko-KR" altLang="en-US" dirty="0"/>
              <a:t>행 이내의 </a:t>
            </a:r>
            <a:r>
              <a:rPr lang="ko-KR" altLang="en-US" dirty="0" err="1"/>
              <a:t>사이킷런</a:t>
            </a:r>
            <a:r>
              <a:rPr lang="ko-KR" altLang="en-US" dirty="0"/>
              <a:t> 코드로 구성해 부담 없이 코딩하고 결과를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다양한 그래프를 통해 실제 알고리즘이 어떤 결과가 나오는지를 바로 보며 이해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4AC766-C9BE-464C-A40F-35E573A24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8F45B-FC0B-4F7D-A437-24C5E003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수식과 기호</a:t>
            </a:r>
            <a:r>
              <a:rPr lang="en-US" altLang="ko-KR" dirty="0"/>
              <a:t>, </a:t>
            </a:r>
            <a:r>
              <a:rPr lang="ko-KR" altLang="en-US" dirty="0"/>
              <a:t>샘플 코드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4358257-99A3-46E5-A787-9DA476969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r>
                  <a:rPr lang="ko-KR" altLang="en-US" dirty="0">
                    <a:solidFill>
                      <a:srgbClr val="FF0000"/>
                    </a:solidFill>
                  </a:rPr>
                  <a:t>벡터</a:t>
                </a:r>
                <a:endParaRPr lang="en-US" altLang="ko-KR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r>
                  <a:rPr lang="ko-KR" altLang="en-US" dirty="0">
                    <a:solidFill>
                      <a:srgbClr val="FF0000"/>
                    </a:solidFill>
                  </a:rPr>
                  <a:t>행렬</a:t>
                </a:r>
                <a:endParaRPr lang="en-US" altLang="ko-KR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r>
                  <a:rPr lang="ko-KR" altLang="en-US" dirty="0">
                    <a:solidFill>
                      <a:srgbClr val="FF0000"/>
                    </a:solidFill>
                  </a:rPr>
                  <a:t>시그마</a:t>
                </a:r>
                <a:endParaRPr lang="en-US" altLang="ko-KR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4358257-99A3-46E5-A787-9DA476969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088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9E6A9D7-7A5F-4415-A030-5D2DC50AB854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실행환경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python</a:t>
            </a:r>
            <a:r>
              <a:rPr lang="ko-KR" altLang="en-US" dirty="0"/>
              <a:t> </a:t>
            </a:r>
            <a:r>
              <a:rPr lang="en-US" altLang="ko-KR" dirty="0"/>
              <a:t>3.7.x, scikit-learn</a:t>
            </a:r>
          </a:p>
          <a:p>
            <a:r>
              <a:rPr lang="en-US" altLang="ko-KR" dirty="0" err="1"/>
              <a:t>Jupyter</a:t>
            </a:r>
            <a:r>
              <a:rPr lang="en-US" altLang="ko-KR" dirty="0"/>
              <a:t> Notebook(</a:t>
            </a:r>
            <a:r>
              <a:rPr lang="en-US" altLang="ko-KR" dirty="0" err="1"/>
              <a:t>ipynb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샘플 프로그램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hlinkClick r:id="rId3"/>
              </a:rPr>
              <a:t>https://github.com/Jpub/MLBook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60AEED-C6A8-43B1-B5DA-3942950BD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2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140</Words>
  <Application>Microsoft Office PowerPoint</Application>
  <PresentationFormat>와이드스크린</PresentationFormat>
  <Paragraphs>41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Cambria Math</vt:lpstr>
      <vt:lpstr>Office 테마</vt:lpstr>
      <vt:lpstr>머신러닝 도감</vt:lpstr>
      <vt:lpstr>지은이, 옮긴이</vt:lpstr>
      <vt:lpstr>목차</vt:lpstr>
      <vt:lpstr>이 책의 특징</vt:lpstr>
      <vt:lpstr>수식과 기호, 샘플 코드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9</cp:revision>
  <dcterms:created xsi:type="dcterms:W3CDTF">2022-03-28T02:15:42Z</dcterms:created>
  <dcterms:modified xsi:type="dcterms:W3CDTF">2022-04-13T05:19:41Z</dcterms:modified>
</cp:coreProperties>
</file>
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EE8667-E7DC-426C-9C46-B1471E360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27A399-FD70-4114-952A-B756255F4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EA704A-E759-4D45-843C-95B99D34D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C46EC-369B-4BD9-9B98-478847F6FFB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A2A38F-CA45-470F-B438-81D314993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5EE104-BB9E-4009-AB2A-0A100306B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1BFC-32AA-4498-843F-209D2FB4F5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342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C435A7-877C-4FFD-994D-B669C6EF0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B6CE38-B773-45DB-B785-761A73DE3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9C9533-FD9D-488E-95F1-66A9BA329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C46EC-369B-4BD9-9B98-478847F6FFB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20881A-0624-4F59-886A-A2AA0DA66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6E8B3D-3985-4F20-955A-125C353D3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1BFC-32AA-4498-843F-209D2FB4F5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63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45A4EF-8FF5-418C-A51F-98B9033F8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A8AD0F-6368-4794-B426-B097879B9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D34C07-B4B1-4AFF-A638-9AB1D5E80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C46EC-369B-4BD9-9B98-478847F6FFB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078E3C-7283-41E8-B1B4-2FA8BE6E2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7BAAAB-73E6-494C-8C49-8AD974D99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1BFC-32AA-4498-843F-209D2FB4F5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335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DAD156-18CC-496B-9B10-3F4BAC5DE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EDAABE-BF47-4F8B-AEE3-497867D16D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90CAE0-EB29-48DA-B115-9095DB2C9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3E9030-FD82-4B56-B690-8FBA9726A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C46EC-369B-4BD9-9B98-478847F6FFB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48CC5D-C763-4B6B-97A5-12A81F6C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43FAAC-8E08-4B27-B0FE-5D5CDDFFF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1BFC-32AA-4498-843F-209D2FB4F5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730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24CCA-D41C-403C-8B7C-8F3F87F62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D829AA-8AD0-4B81-A9AE-C9AD566A2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25B40E-7AB4-495B-B277-7818ABB5F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8F0E9DD-EFA3-4EDC-8317-8D5185E511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9A86AB-BA1F-4F6B-8E7B-98DDD7640C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33E9AB9-D9A6-41AD-82C3-1273E5729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C46EC-369B-4BD9-9B98-478847F6FFB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E98F690-F96B-4B7B-8EF6-49B42CE9D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C1DF41-FD0B-46CA-A42F-7BB8FABA5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1BFC-32AA-4498-843F-209D2FB4F5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3143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9AA8A-0331-4D61-81E4-72EB8066C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A69E53-4318-45DA-A1A6-CCAFFCB38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C46EC-369B-4BD9-9B98-478847F6FFB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9A6486A-F99D-43C4-86BD-7F2E100E1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0A64CC-779E-4814-A361-74E1DB086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1BFC-32AA-4498-843F-209D2FB4F5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59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1BD4376-7BE4-4767-8354-4307FF5E7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C46EC-369B-4BD9-9B98-478847F6FFB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E49A8E8-A046-4B59-A4E3-5C72EFB4D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6E3FC6-8BC6-4729-A0FC-D8DDDB70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1BFC-32AA-4498-843F-209D2FB4F5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171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86C498-9529-46AD-AAD5-62752ED59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2C6163-4593-4B3E-9D5E-D9A7D16A4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854807-706E-4FF6-A488-940975888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59138A-6BE0-4278-9C0A-5ABEB6337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C46EC-369B-4BD9-9B98-478847F6FFB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B2A698-3222-49AE-A2F1-6319936D1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C3AD96-20A2-44A0-9FC7-D0F2F6BB1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1BFC-32AA-4498-843F-209D2FB4F5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386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186C81-C9EF-4403-8FE7-61CEF4004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C7871B9-6ECC-44C0-A75A-AC04FF8B8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4717D7-322D-4B8C-AEDA-A8AB7577B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6570AF-EA43-4B42-9365-69E9CACA9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C46EC-369B-4BD9-9B98-478847F6FFB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E8840F-4BF5-4A67-8D66-6007CCB5D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42FE8D-35F8-4D29-83FE-64742F453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1BFC-32AA-4498-843F-209D2FB4F5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743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0FB86-A79A-4B4C-A3C0-A7D557226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DF4AB7-A32B-4430-8631-E797958B1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2F3AD0-3912-4329-A881-870001E34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C46EC-369B-4BD9-9B98-478847F6FFB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2B15E8-C030-4B62-89E0-EA0811CB8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DA2A0F-574E-4476-A1C3-E4A3B5763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1BFC-32AA-4498-843F-209D2FB4F5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3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509B2F0-BA15-436E-8CC8-9B9A49D8A3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ADABFA-CC4F-4BC4-BEAE-94E4C5F3E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081E76-9940-4061-AFB3-941FE33A7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C46EC-369B-4BD9-9B98-478847F6FFB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02E2BB-0F65-4F9D-AD5B-BB113E986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640525-EEEC-418D-A7E3-5882637D0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1BFC-32AA-4498-843F-209D2FB4F5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528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0FD156-932A-4CE2-84AE-9F03139C9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585EA6-F8B1-4618-8E92-9927447BC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948906-7FB7-4A8E-9ACA-B3E2F1D571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C46EC-369B-4BD9-9B98-478847F6FFB9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7E1C1E-CCFB-40DF-AAD3-F2D923F8D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EA39A6-B91B-4EC0-BFED-38FCB4542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21BFC-32AA-4498-843F-209D2FB4F5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71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17D754-03F1-492A-8748-5EF1EF9E42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E791D23-5D3F-42EE-9C96-32BE049A2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Logistic Regression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6A6545-4989-44A3-AAD6-322F477A3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6FC1C0-0F38-46D7-9FC3-9C5F219BE970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2308112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89609B-5952-4A39-973C-84D3F45F9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2B32DA4-E454-412F-968E-5E3126BE58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481" y="1825625"/>
            <a:ext cx="5391038" cy="4351338"/>
          </a:xfr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E5077DE-991B-4D5C-AE86-52B51D0100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290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89609B-5952-4A39-973C-84D3F45F9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5077DE-991B-4D5C-AE86-52B51D010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F8844-6D35-4FAA-A98C-CC006B22D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Logistic regression is an algorithm that learns the probability of an event occurring</a:t>
            </a:r>
          </a:p>
          <a:p>
            <a:r>
              <a:rPr lang="en-US" altLang="ko-KR" dirty="0"/>
              <a:t>Usually, binary classification is performed, but more than three classification problems can also be dealt with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2343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89609B-5952-4A39-973C-84D3F45F9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5077DE-991B-4D5C-AE86-52B51D010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89FF8844-6D35-4FAA-A98C-CC006B22D9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The deflection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is added to the weight vector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ko-KR" dirty="0"/>
                  <a:t> corresponding to the data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/>
                  <a:t> to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</a:p>
              <a:p>
                <a:r>
                  <a:rPr lang="en-US" altLang="ko-KR" dirty="0"/>
                  <a:t>The same is true of learning the weight vector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ko-KR" dirty="0"/>
                  <a:t> and the deflection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dirty="0"/>
                  <a:t> from the data</a:t>
                </a:r>
              </a:p>
              <a:p>
                <a:r>
                  <a:rPr lang="en-US" altLang="ko-KR" dirty="0"/>
                  <a:t>Unlike linear regression, the probability is calculated, so the range of output results should be between 0 and 1</a:t>
                </a:r>
              </a:p>
              <a:p>
                <a:r>
                  <a:rPr lang="en-US" altLang="ko-KR" dirty="0"/>
                  <a:t>Therefore, a value between 0 and 1 is returned using the sigmoid function</a:t>
                </a:r>
              </a:p>
              <a:p>
                <a:r>
                  <a:rPr lang="en-US" altLang="ko-KR" dirty="0"/>
                  <a:t>Sigmoid function: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𝜕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89FF8844-6D35-4FAA-A98C-CC006B22D9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6930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89609B-5952-4A39-973C-84D3F45F9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sigmoid function graph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5077DE-991B-4D5C-AE86-52B51D010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8391EA4-7F02-4B8A-91E5-CBBAC80755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515" y="1690688"/>
            <a:ext cx="6660098" cy="4435488"/>
          </a:xfrm>
        </p:spPr>
      </p:pic>
    </p:spTree>
    <p:extLst>
      <p:ext uri="{BB962C8B-B14F-4D97-AF65-F5344CB8AC3E}">
        <p14:creationId xmlns:p14="http://schemas.microsoft.com/office/powerpoint/2010/main" val="2553874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89609B-5952-4A39-973C-84D3F45F9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5077DE-991B-4D5C-AE86-52B51D010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89FF8844-6D35-4FAA-A98C-CC006B22D9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𝜕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is calculated as a probability p in which a label corresponding to data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is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as a sigmoid function.</a:t>
                </a:r>
              </a:p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Binary classification usually takes the probability of a prediction result of 0.5 as a threshold.</a:t>
                </a:r>
              </a:p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When learning, the error is minimized with the loss function of logistic regression.</a:t>
                </a:r>
              </a:p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Find the minimum value of the loss function value while calculating the slope of the logistic regression function value.</a:t>
                </a:r>
              </a:p>
            </p:txBody>
          </p:sp>
        </mc:Choice>
        <mc:Fallback xmlns="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89FF8844-6D35-4FAA-A98C-CC006B22D9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783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02EBC-5843-476B-952A-2F057D5AC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02B9CE-B91C-4A80-80A1-798D050CFA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</a:t>
            </a:r>
            <a:r>
              <a:rPr lang="en-US" altLang="ko-KR" dirty="0" err="1"/>
              <a:t>numpy</a:t>
            </a:r>
            <a:r>
              <a:rPr lang="en-US" altLang="ko-KR" dirty="0"/>
              <a:t> and </a:t>
            </a:r>
            <a:r>
              <a:rPr lang="en-US" altLang="ko-KR" dirty="0" err="1"/>
              <a:t>sklearn</a:t>
            </a:r>
            <a:endParaRPr lang="en-US" altLang="ko-KR" dirty="0"/>
          </a:p>
          <a:p>
            <a:r>
              <a:rPr lang="en-US" altLang="ko-KR" dirty="0"/>
              <a:t>Make feature data</a:t>
            </a:r>
          </a:p>
          <a:p>
            <a:r>
              <a:rPr lang="en-US" altLang="ko-KR" dirty="0"/>
              <a:t>Make label data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generation and learning and prediction of logistic regression models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343D88E5-6FA9-43FF-AAAC-0F465401D1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615517"/>
            <a:ext cx="5181600" cy="2771553"/>
          </a:xfrm>
        </p:spPr>
      </p:pic>
    </p:spTree>
    <p:extLst>
      <p:ext uri="{BB962C8B-B14F-4D97-AF65-F5344CB8AC3E}">
        <p14:creationId xmlns:p14="http://schemas.microsoft.com/office/powerpoint/2010/main" val="1013647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89609B-5952-4A39-973C-84D3F45F9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Determination boundary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5077DE-991B-4D5C-AE86-52B51D010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F8844-6D35-4FAA-A98C-CC006B22D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When unknown data is put into the model trained to solve the classification problem and classified, the classification result changes to a boundary of some data.</a:t>
            </a:r>
          </a:p>
          <a:p>
            <a:r>
              <a:rPr lang="en-US" altLang="ko-KR" dirty="0"/>
              <a:t>The boundary in which the classification results change is called the determination boundary.</a:t>
            </a:r>
          </a:p>
          <a:p>
            <a:r>
              <a:rPr lang="en-US" altLang="ko-KR" dirty="0"/>
              <a:t>In logistic regression, the decision boundary is where the result of calculated probability is 50%.</a:t>
            </a:r>
          </a:p>
        </p:txBody>
      </p:sp>
    </p:spTree>
    <p:extLst>
      <p:ext uri="{BB962C8B-B14F-4D97-AF65-F5344CB8AC3E}">
        <p14:creationId xmlns:p14="http://schemas.microsoft.com/office/powerpoint/2010/main" val="3548099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289</Words>
  <Application>Microsoft Office PowerPoint</Application>
  <PresentationFormat>와이드스크린</PresentationFormat>
  <Paragraphs>29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Cambria Math</vt:lpstr>
      <vt:lpstr>Office 테마</vt:lpstr>
      <vt:lpstr>Supervised Learning</vt:lpstr>
      <vt:lpstr>Fundamental Concept</vt:lpstr>
      <vt:lpstr>Fundamental Concept</vt:lpstr>
      <vt:lpstr>Algorithm</vt:lpstr>
      <vt:lpstr>Algorithm sigmoid function graph</vt:lpstr>
      <vt:lpstr>Algorithm</vt:lpstr>
      <vt:lpstr>Sample Code</vt:lpstr>
      <vt:lpstr>Determination boundary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11</cp:revision>
  <dcterms:created xsi:type="dcterms:W3CDTF">2022-03-31T10:02:46Z</dcterms:created>
  <dcterms:modified xsi:type="dcterms:W3CDTF">2022-04-12T13:10:02Z</dcterms:modified>
</cp:coreProperties>
</file>
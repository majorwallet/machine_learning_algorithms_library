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A3ACA-5605-4274-8CDE-D36345998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32593A-79F0-4795-9CD6-C77213128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043DD-FF21-499D-B41E-FE91A897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1791E3-AB59-4BE7-8736-728887DF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3D822-91A5-404B-9250-637B151B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84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AB9C6-0C5A-4997-8A5D-682537F0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52487-473D-4444-A519-F1DDC6B2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FEB0AE-F01E-45E4-93F1-EE7614FA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48BE5B-B867-4121-A49B-8A70AB65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64C48-8E48-4370-9ACC-5B7AB7E9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73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A6F7B-5778-42B0-8F3C-02C40EDF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797885-64DA-4435-91B3-69895166C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DF8F5-01E0-4A9B-ABA2-89A9AED4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C53C7-D46C-4EC4-AFE9-3258EC14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288A5D-84EA-4D95-B3D8-B9EE9FC2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19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8E009-1487-4AAF-A58E-8FB3ABF3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EE8FB-B8DB-46C6-ABAF-FBEDFEAE1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9DFF3E-62ED-49EA-B4C1-2E6D67E0A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BD452B-EAB7-4FEA-8198-3E38AF99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1F0ED0-5389-4A6D-88C6-074D0817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21714F-519E-44A7-92E0-0E457E8F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18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4C32D-E88A-4EA6-BD6A-0F3A0FFFF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64CFF-0D30-45B7-BEF8-26A91A6E6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01FAAA-A329-4A2E-942A-42F61156F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1DC279-E0D8-4B05-80D0-E4BE86C28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353FF1-794E-4A9D-B8E0-5C13D750A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229D0C-20C2-4A1B-A935-67500430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3504C0-C0B6-4EBA-824C-EC2E1727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33B0B6-51F5-4FAD-A2B9-BF8F8D1D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4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A3A6B-56EB-4B25-8F1F-9897258D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D41989-9B51-4E11-927E-9D6B86BA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DAF117-B8E8-41DC-8BA3-0E5BDD56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A60E0D-1F33-4EFC-92DB-799303F1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86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5270ED-5A2E-41AF-A413-51C37757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7D7ACD-7EF4-4691-B738-D483DF31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A8E1B-831D-4578-9D74-46D27661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3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2F88A-6F36-44D5-83BA-AAF0E203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15C2-6B61-4905-A1F6-08B7C2A36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EFDCD6-07F0-44A3-8411-36D5BC82F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3B2D21-F4B5-4333-9A53-7EAAEBF9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B4BE39-731E-4114-A828-B4CFB747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E26F6F-A3B0-4128-AC37-AA37B4AF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3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0315A-D17F-4D6B-9CE7-59104F761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1F6CAD-07ED-4EB2-9D65-DB48597FB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5C5CA8-08ED-4A4B-82D7-52415EFD8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8B3E0-5F01-4004-B604-E149B4AF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578D5B-FBBF-4483-99E0-7F34405B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52EB2E-684E-4D29-920D-AA2B5C71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87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5065A-867E-40C3-816A-D47BBAEF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2505F-81A5-48D7-8055-1DE109312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64D69-581B-418A-A5F3-20273FB9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A2DEC7-431B-49C8-B295-E5810AA3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0B35FA-172C-4C33-8A6D-A2355FA0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4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2903AB-1385-45EA-8459-D9E73B2D0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7B6BCF-5B80-4AC6-B88B-7669E981F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D2A93-4205-404D-A89F-E3F72CAF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B9F5A-61A0-46FE-AF27-048CDE8B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B6A3B-3BB7-4AAC-9625-2DDEAF5E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37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29AD02-4180-419F-84C8-38167560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E1E40E-FAB8-471B-807D-E12B3973A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7E5A4-25DA-44CE-9068-07E005EE2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7DBD6-C13B-417E-8330-F3B8993C078A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66E2E-E20A-4FDE-A2AD-F6F5F77C5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73CDE-AD19-46F1-903F-93F759231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08D3-33D7-4CD5-BFCC-74EB4EA02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7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A749-92AB-45F5-A5B9-1FB19BC17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DBC248-5B4C-4735-AD63-7BF2D6109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Local Linear Embedding, LLE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1395D0-51A0-4404-B999-D86CBCA9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13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0961-8433-45B4-9971-EEEE06E5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Dictionary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2C357-8B58-4C80-9C0F-277140D430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manifold: The low-dimensional manifold is a low-dimensional shape bent or twisted in a high-dimensional space.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75C7467-E6E4-477F-AA33-21F15135D6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38" y="1825625"/>
            <a:ext cx="3978442" cy="392563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8F8509-B123-4F59-84A3-4ED97E298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3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8A385-E52F-4B4B-AF20-3E3AB706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an algorithm that represents a curved or twisted structure in a high-dimensional space as a simple structure in a low-dimensional 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one of the manifold learnings that dimensionally reduce data of nonlinear structures.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takes out the 2D structure hidden in the 3D space and represents it as 2D data.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437E611-D0FA-4F71-9C3B-4BD8A0B6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243" y="2247037"/>
            <a:ext cx="8673513" cy="3320716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1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Three steps in LLE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graph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reconstruction of weights for reconstructing every point by its neighbors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Use the obtained weights to embed the points in the low dimensional subspace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1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Training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j–</a:t>
                </a:r>
                <a:r>
                  <a:rPr lang="en-US" altLang="ko-KR" dirty="0" err="1">
                    <a:solidFill>
                      <a:srgbClr val="000000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00000"/>
                    </a:solidFill>
                  </a:rPr>
                  <a:t> neighbor of</a:t>
                </a:r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Test dataset: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Training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altLang="ko-KR" b="0" i="0" dirty="0">
                  <a:solidFill>
                    <a:srgbClr val="000000"/>
                  </a:solidFill>
                  <a:effectLst/>
                  <a:latin typeface="Helvetica Neue"/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7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Linear regional relationship modeling.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Fix the sample and find the optimal weight.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/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/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조</m:t>
                    </m:r>
                  </m:oMath>
                </a14:m>
                <a:r>
                  <a:rPr lang="ko-KR" altLang="en-US" dirty="0"/>
                  <a:t>건</a:t>
                </a:r>
                <a:r>
                  <a:rPr lang="en-US" altLang="ko-KR" dirty="0"/>
                  <a:t>]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nary>
                              <m:naryPr>
                                <m:chr m:val="∑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nary>
                          </m:sub>
                          <m:sup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</m:sup>
                          <m:e>
                            <m:sPre>
                              <m:sPre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=1, 2, 3, …,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일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            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의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최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근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이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개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하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아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닐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</m:sup>
                              <m:e/>
                            </m:sPre>
                          </m:e>
                        </m:sPre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45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Reduce the dimension of preserving relationships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Fix the weights and find the optimal location of the sample image in the low-dimensional space.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00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B0237-A0B5-4EBA-8931-21916DDC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D941E-9E90-4A7C-BD60-35356E97F4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n_neighbors</a:t>
            </a:r>
            <a:r>
              <a:rPr lang="en-US" altLang="ko-KR" dirty="0"/>
              <a:t> and dimension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14757D0-53FD-4766-BB86-0176250F0D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9608"/>
            <a:ext cx="5181600" cy="33233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B9212F-5231-43BB-830E-5F40A4732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2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257</Words>
  <Application>Microsoft Office PowerPoint</Application>
  <PresentationFormat>와이드스크린</PresentationFormat>
  <Paragraphs>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Helvetica Neue</vt:lpstr>
      <vt:lpstr>맑은 고딕</vt:lpstr>
      <vt:lpstr>Arial</vt:lpstr>
      <vt:lpstr>Cambria Math</vt:lpstr>
      <vt:lpstr>Office 테마</vt:lpstr>
      <vt:lpstr>Unsupervised Learning</vt:lpstr>
      <vt:lpstr>A Dictionary Concept</vt:lpstr>
      <vt:lpstr>Fundamental Concept</vt:lpstr>
      <vt:lpstr>Fundamental Concept</vt:lpstr>
      <vt:lpstr>Fundamental Concept</vt:lpstr>
      <vt:lpstr>Algorithm</vt:lpstr>
      <vt:lpstr>Algorithm LLE step 1</vt:lpstr>
      <vt:lpstr>Algorithm LLE step 2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10</cp:revision>
  <dcterms:created xsi:type="dcterms:W3CDTF">2022-04-10T00:27:41Z</dcterms:created>
  <dcterms:modified xsi:type="dcterms:W3CDTF">2022-04-10T05:52:38Z</dcterms:modified>
</cp:coreProperties>
</file>
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4E0812-4AD9-45DE-B113-5D822592AC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A094FE3-03B3-4F5C-9194-46E30805D6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666297F-ABF0-4750-90BB-E1C80E0CA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90978-2F1A-4716-ADFB-98DE0CA36D07}" type="datetimeFigureOut">
              <a:rPr lang="ko-KR" altLang="en-US" smtClean="0"/>
              <a:t>2022-04-01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96BDF4D-ED55-4000-BD0A-28770156D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04CBB25-DD69-4DF3-9558-E5A647B43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A4414-AFD0-41F9-87BC-3C9DB451AA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79952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93B183-0368-44C6-919E-0301C6BED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60C57A4-5020-44D1-8C6E-99E8C960FC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342675-5AB1-41E8-A72F-B85CEC94C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90978-2F1A-4716-ADFB-98DE0CA36D07}" type="datetimeFigureOut">
              <a:rPr lang="ko-KR" altLang="en-US" smtClean="0"/>
              <a:t>2022-04-01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33D3A61-8410-4D0D-A8A4-0CD7BFA76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9683EE6-852D-4A13-918D-71D31FE79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A4414-AFD0-41F9-87BC-3C9DB451AA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8775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50D0AC-CE4B-4237-86D9-B9CC71812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AA754EE-4AFC-4962-BE1D-8F85412413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342886C-AC58-41FC-870C-EF617E42D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90978-2F1A-4716-ADFB-98DE0CA36D07}" type="datetimeFigureOut">
              <a:rPr lang="ko-KR" altLang="en-US" smtClean="0"/>
              <a:t>2022-04-01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CE0093-6CE0-43F4-A839-DB22CAD98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B44FC48-54E6-491A-ACC4-391EC2DBF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A4414-AFD0-41F9-87BC-3C9DB451AA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59410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1FBBEB-16E7-4A01-AA92-27DAFE45E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32EDBF7-5C70-49D3-9954-D178AD13E2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B0BBB1A-F652-406D-AF6E-6B862E4B58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9DD64A5-8398-420C-BC69-DD72C7201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90978-2F1A-4716-ADFB-98DE0CA36D07}" type="datetimeFigureOut">
              <a:rPr lang="ko-KR" altLang="en-US" smtClean="0"/>
              <a:t>2022-04-01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4571037-F590-49CB-8890-528518D06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966BE50-68F3-476E-9942-F8920C312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A4414-AFD0-41F9-87BC-3C9DB451AA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158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0A3CD4-63D5-4513-9647-04B48D4DF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91317C9-27EB-4D59-816A-3B2B0F9B65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73812A3-F5AE-4C2E-B755-0052A3E868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B045DA6-FA04-46F8-8DDF-622A14A968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E4ACD8D-5CE6-41A6-81A2-188ECA3EB7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6CC052A-2597-4FFA-B3FA-E1C77158E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90978-2F1A-4716-ADFB-98DE0CA36D07}" type="datetimeFigureOut">
              <a:rPr lang="ko-KR" altLang="en-US" smtClean="0"/>
              <a:t>2022-04-01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B62D45D-B62B-4D21-9E36-B1D26E9C8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7F6B8ED-6409-46F6-9216-4F3E3B0AE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A4414-AFD0-41F9-87BC-3C9DB451AA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28244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11DA99-6240-4EE1-8A84-18B37C4D9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6AA2CDA-9A84-497E-949A-DAD3562C8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90978-2F1A-4716-ADFB-98DE0CA36D07}" type="datetimeFigureOut">
              <a:rPr lang="ko-KR" altLang="en-US" smtClean="0"/>
              <a:t>2022-04-01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C39A844-189C-42F6-B766-9FF60B3C2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B783299-C40A-4A34-80AF-6129E0BF6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A4414-AFD0-41F9-87BC-3C9DB451AA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6007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223A828-3DD0-47E7-9E4F-27685FC1A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90978-2F1A-4716-ADFB-98DE0CA36D07}" type="datetimeFigureOut">
              <a:rPr lang="ko-KR" altLang="en-US" smtClean="0"/>
              <a:t>2022-04-01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85CCF3B-31D9-429D-AD8F-BF0E0FFCF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886A5B2-0B1B-4139-99A2-27160CA91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A4414-AFD0-41F9-87BC-3C9DB451AA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6703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92E281-59D6-4A88-8158-E9671D179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42D12AF-F4B6-4268-A929-06E54DD949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5238A68-7E28-4F04-9FCF-68F6095D23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A64DA55-711B-43DD-979F-EABB09109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90978-2F1A-4716-ADFB-98DE0CA36D07}" type="datetimeFigureOut">
              <a:rPr lang="ko-KR" altLang="en-US" smtClean="0"/>
              <a:t>2022-04-01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1CDF92F-8395-42E3-B924-88CDEBBB0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44A76CA-CC96-4BBE-A3D2-2031F840E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A4414-AFD0-41F9-87BC-3C9DB451AA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2131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5C3D70-20E3-461A-AFB7-BCA9529AE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2DE910E-CD66-4C70-9879-3C466E3282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FC6C092-81C5-45CC-8AD0-7FE3A1E7E9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349C946-490D-4293-BC5C-4E8295A8C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90978-2F1A-4716-ADFB-98DE0CA36D07}" type="datetimeFigureOut">
              <a:rPr lang="ko-KR" altLang="en-US" smtClean="0"/>
              <a:t>2022-04-01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64D7364-990B-4516-A093-6D208850F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0B4CA51-0ADD-421A-BCB0-E95299932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A4414-AFD0-41F9-87BC-3C9DB451AA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12421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A9E96F-B154-4B21-8D2F-BCBC6B12D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DD23ADB-5B47-4EEC-8245-B10CC597F8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22404D9-9A68-4C88-8739-EFDAB83BE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90978-2F1A-4716-ADFB-98DE0CA36D07}" type="datetimeFigureOut">
              <a:rPr lang="ko-KR" altLang="en-US" smtClean="0"/>
              <a:t>2022-04-01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2E2B0D8-09D5-4BB8-BC32-5A34B5017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513A561-2E01-4F7C-BE71-E09171514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A4414-AFD0-41F9-87BC-3C9DB451AA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39880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5819343-F8EA-4FCF-9D02-C240C63D55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A95C931-C6D1-4BB0-9B41-F8424A0EA3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952F0D6-99A1-4EE8-9162-AFB6A7557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90978-2F1A-4716-ADFB-98DE0CA36D07}" type="datetimeFigureOut">
              <a:rPr lang="ko-KR" altLang="en-US" smtClean="0"/>
              <a:t>2022-04-01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928E097-7E27-4952-A7BE-999ACA999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392D6C1-5F19-4B94-9014-DAA7D3DA9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A4414-AFD0-41F9-87BC-3C9DB451AA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9414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4B0C413-EBB1-4232-81D3-DE264F718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858D237-748D-48F7-91B2-A10F82A5D1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5103E86-9E58-40EA-8135-B759A297E1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290978-2F1A-4716-ADFB-98DE0CA36D07}" type="datetimeFigureOut">
              <a:rPr lang="ko-KR" altLang="en-US" smtClean="0"/>
              <a:t>2022-04-01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494B2F-93D5-454B-8417-25C4BF0C06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085822-F780-4ED1-A513-89EBBFE93B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1A4414-AFD0-41F9-87BC-3C9DB451AA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056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64F4A3-01D4-43B8-963A-9C8B3CFF5AD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Supervised Learning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0828F37-4AF5-48F5-BA7B-A7080A9EF6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SVM (Support Vector Machine)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2B3956E-A753-47D9-BDF6-BFB38EE41E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89145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5A7596-8A4F-4B5F-9064-5EE6C96C1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Fundamental Concept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595D80E-1C9B-4F47-945C-8AFFAB46A1D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b="0" i="0" dirty="0">
                <a:solidFill>
                  <a:srgbClr val="000000"/>
                </a:solidFill>
                <a:effectLst/>
              </a:rPr>
              <a:t>The decision boundaries obtained by SVM maximize margin between groups, so learn to have no points belonging to the boundaries and classify them more clearly than logistic regression.</a:t>
            </a:r>
          </a:p>
          <a:p>
            <a:endParaRPr lang="ko-KR" altLang="en-US" dirty="0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59866E57-4B79-4C6D-B965-6AEBFDAB412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825625"/>
            <a:ext cx="5181600" cy="3386333"/>
          </a:xfr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C69EA76E-5FEA-48C3-A0CE-EE2251125E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5333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09F178-8A53-4856-887F-F4722E1D0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Algorithm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EE0AD2-BC2F-45D7-A511-516793F7B9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SVM deals with the problem of binary classification of planes assuming linear and complete classification is possible.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Maximize the margin between groups to obtain a good decision boundary to classify.</a:t>
            </a:r>
          </a:p>
          <a:p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B44F805-643D-4F52-942F-844FC508A9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3495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FC66D9-76FD-462C-8BDB-A7CC084B2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Sample Code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BFD029F-AB06-41AA-A090-FFAD40E077D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/>
              <a:t>Import libraries</a:t>
            </a:r>
          </a:p>
          <a:p>
            <a:r>
              <a:rPr lang="en-US" altLang="ko-KR" dirty="0"/>
              <a:t>Set center coordinate of data</a:t>
            </a:r>
          </a:p>
          <a:p>
            <a:r>
              <a:rPr lang="en-US" altLang="ko-KR" dirty="0"/>
              <a:t>Make random numbers based on center</a:t>
            </a:r>
            <a:r>
              <a:rPr lang="ko-KR" altLang="en-US" dirty="0"/>
              <a:t> </a:t>
            </a:r>
            <a:r>
              <a:rPr lang="en-US" altLang="ko-KR" dirty="0"/>
              <a:t>coordinate</a:t>
            </a:r>
          </a:p>
          <a:p>
            <a:r>
              <a:rPr lang="en-US" altLang="ko-KR" dirty="0"/>
              <a:t>Make SVM model</a:t>
            </a:r>
          </a:p>
          <a:p>
            <a:r>
              <a:rPr lang="en-US" altLang="ko-KR" dirty="0"/>
              <a:t>Learning data</a:t>
            </a:r>
          </a:p>
          <a:p>
            <a:r>
              <a:rPr lang="en-US" altLang="ko-KR" dirty="0"/>
              <a:t>Get accuracy</a:t>
            </a:r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FF7C2E8E-B883-43EC-9A30-3361855E487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825625"/>
            <a:ext cx="5181600" cy="2979568"/>
          </a:xfr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7AE3B3D-BEFF-4FC5-A66C-98351111BC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9222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09F178-8A53-4856-887F-F4722E1D0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Margin and Support vector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EE0AD2-BC2F-45D7-A511-516793F7B9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If the margin does not contain data, it is called hard margin.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Allowing some data to be contained in margin is called soft margin.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Learning data is divided into three categories.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data outside margin: data outside the margin based on the decision boundary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margin data: data for determining margin based on decision boundaries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data inside margin: data that are in margin or misclassified based on the boundary of the boundaries</a:t>
            </a:r>
          </a:p>
          <a:p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B44F805-643D-4F52-942F-844FC508A9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7638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FC66D9-76FD-462C-8BDB-A7CC084B2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Hard margin and Soft margin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BFD029F-AB06-41AA-A090-FFAD40E077D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  <a:latin typeface="Helvetica Neue"/>
              </a:rPr>
              <a:t>The left graph using soft margin is not affected by the fact that the learning results are far away.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  <a:latin typeface="Helvetica Neue"/>
              </a:rPr>
              <a:t>The graph on the right using hard margin is greatly influenced by the point far away.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  <a:latin typeface="Helvetica Neue"/>
              </a:rPr>
              <a:t>How much data in the margin is allowed in soft margin follows the hyperparameters set by the person himself.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7AE3B3D-BEFF-4FC5-A66C-98351111BC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pic>
        <p:nvPicPr>
          <p:cNvPr id="11" name="내용 개체 틀 10">
            <a:extLst>
              <a:ext uri="{FF2B5EF4-FFF2-40B4-BE49-F238E27FC236}">
                <a16:creationId xmlns:a16="http://schemas.microsoft.com/office/drawing/2014/main" id="{C704FB10-EEDA-4825-8046-8F4E29418F3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4637" y="2496344"/>
            <a:ext cx="4276725" cy="3009900"/>
          </a:xfrm>
        </p:spPr>
      </p:pic>
    </p:spTree>
    <p:extLst>
      <p:ext uri="{BB962C8B-B14F-4D97-AF65-F5344CB8AC3E}">
        <p14:creationId xmlns:p14="http://schemas.microsoft.com/office/powerpoint/2010/main" val="10742786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239</Words>
  <Application>Microsoft Office PowerPoint</Application>
  <PresentationFormat>와이드스크린</PresentationFormat>
  <Paragraphs>25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0" baseType="lpstr">
      <vt:lpstr>Helvetica Neue</vt:lpstr>
      <vt:lpstr>맑은 고딕</vt:lpstr>
      <vt:lpstr>Arial</vt:lpstr>
      <vt:lpstr>Office 테마</vt:lpstr>
      <vt:lpstr>Supervised Learning</vt:lpstr>
      <vt:lpstr>Fundamental Concept</vt:lpstr>
      <vt:lpstr>Algorithm</vt:lpstr>
      <vt:lpstr>Sample Code</vt:lpstr>
      <vt:lpstr>Margin and Support vector</vt:lpstr>
      <vt:lpstr>Hard margin and Soft margin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신 주영</dc:creator>
  <cp:lastModifiedBy>신 주영</cp:lastModifiedBy>
  <cp:revision>10</cp:revision>
  <dcterms:created xsi:type="dcterms:W3CDTF">2022-03-31T15:06:20Z</dcterms:created>
  <dcterms:modified xsi:type="dcterms:W3CDTF">2022-04-01T01:31:10Z</dcterms:modified>
</cp:coreProperties>
</file>
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4E0812-4AD9-45DE-B113-5D822592A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A094FE3-03B3-4F5C-9194-46E30805D6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66297F-ABF0-4750-90BB-E1C80E0CA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6BDF4D-ED55-4000-BD0A-28770156D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4CBB25-DD69-4DF3-9558-E5A647B4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995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3B183-0368-44C6-919E-0301C6BED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0C57A4-5020-44D1-8C6E-99E8C960F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342675-5AB1-41E8-A72F-B85CEC94C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D3A61-8410-4D0D-A8A4-0CD7BFA76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683EE6-852D-4A13-918D-71D31FE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77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50D0AC-CE4B-4237-86D9-B9CC7181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A754EE-4AFC-4962-BE1D-8F8541241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42886C-AC58-41FC-870C-EF617E42D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E0093-6CE0-43F4-A839-DB22CAD9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44FC48-54E6-491A-ACC4-391EC2DB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94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FBBEB-16E7-4A01-AA92-27DAFE45E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2EDBF7-5C70-49D3-9954-D178AD13E2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0BBB1A-F652-406D-AF6E-6B862E4B5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DD64A5-8398-420C-BC69-DD72C7201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4571037-F590-49CB-8890-528518D06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66BE50-68F3-476E-9942-F8920C312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58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A3CD4-63D5-4513-9647-04B48D4DF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1317C9-27EB-4D59-816A-3B2B0F9B6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3812A3-F5AE-4C2E-B755-0052A3E86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045DA6-FA04-46F8-8DDF-622A14A96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E4ACD8D-5CE6-41A6-81A2-188ECA3EB7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CC052A-2597-4FFA-B3FA-E1C77158E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62D45D-B62B-4D21-9E36-B1D26E9C8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F6B8ED-6409-46F6-9216-4F3E3B0AE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2824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1DA99-6240-4EE1-8A84-18B37C4D9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AA2CDA-9A84-497E-949A-DAD3562C8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39A844-189C-42F6-B766-9FF60B3C2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783299-C40A-4A34-80AF-6129E0BF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6007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223A828-3DD0-47E7-9E4F-27685FC1A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5CCF3B-31D9-429D-AD8F-BF0E0FFCF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86A5B2-0B1B-4139-99A2-27160CA9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703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92E281-59D6-4A88-8158-E9671D179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2D12AF-F4B6-4268-A929-06E54DD94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5238A68-7E28-4F04-9FCF-68F6095D23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64DA55-711B-43DD-979F-EABB0910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CDF92F-8395-42E3-B924-88CDEBBB0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4A76CA-CC96-4BBE-A3D2-2031F840E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131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5C3D70-20E3-461A-AFB7-BCA9529AE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2DE910E-CD66-4C70-9879-3C466E3282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C6C092-81C5-45CC-8AD0-7FE3A1E7E9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9C946-490D-4293-BC5C-4E8295A8C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4D7364-990B-4516-A093-6D208850F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B4CA51-0ADD-421A-BCB0-E95299932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24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9E96F-B154-4B21-8D2F-BCBC6B12D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D23ADB-5B47-4EEC-8245-B10CC597F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2404D9-9A68-4C88-8739-EFDAB83BE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E2B0D8-09D5-4BB8-BC32-5A34B501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13A561-2E01-4F7C-BE71-E0917151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988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5819343-F8EA-4FCF-9D02-C240C63D55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95C931-C6D1-4BB0-9B41-F8424A0EA3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52F0D6-99A1-4EE8-9162-AFB6A7557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28E097-7E27-4952-A7BE-999ACA99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92D6C1-5F19-4B94-9014-DAA7D3DA9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414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B0C413-EBB1-4232-81D3-DE264F718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58D237-748D-48F7-91B2-A10F82A5D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103E86-9E58-40EA-8135-B759A297E1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290978-2F1A-4716-ADFB-98DE0CA36D07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494B2F-93D5-454B-8417-25C4BF0C06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085822-F780-4ED1-A513-89EBBFE93B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6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64F4A3-01D4-43B8-963A-9C8B3CFF5A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28F37-4AF5-48F5-BA7B-A7080A9EF6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SVM (Support Vector Machine)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2B3956E-A753-47D9-BDF6-BFB38EE41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A35E20-0A10-4988-9053-6CDF2C1AF839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168914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5A7596-8A4F-4B5F-9064-5EE6C96C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95D80E-1C9B-4F47-945C-8AFFAB46A1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The decision boundaries obtained by SVM maximize margin between groups, so learn to have no points belonging to the boundaries and classify them more clearly than logistic regression.</a:t>
            </a:r>
          </a:p>
          <a:p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59866E57-4B79-4C6D-B965-6AEBFDAB41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3386333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69EA76E-5FEA-48C3-A0CE-EE2251125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533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9F178-8A53-4856-887F-F4722E1D0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EE0AD2-BC2F-45D7-A511-516793F7B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SVM deals with the problem of binary classification of planes assuming linear and complete classification is possible.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Maximize the margin between groups to obtain a good decision boundary to classify.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44F805-643D-4F52-942F-844FC508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349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C66D9-76FD-462C-8BDB-A7CC084B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FD029F-AB06-41AA-A090-FFAD40E077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Set center coordinate of data</a:t>
            </a:r>
          </a:p>
          <a:p>
            <a:r>
              <a:rPr lang="en-US" altLang="ko-KR" dirty="0"/>
              <a:t>Make random numbers based on center</a:t>
            </a:r>
            <a:r>
              <a:rPr lang="ko-KR" altLang="en-US" dirty="0"/>
              <a:t> </a:t>
            </a:r>
            <a:r>
              <a:rPr lang="en-US" altLang="ko-KR" dirty="0"/>
              <a:t>coordinate</a:t>
            </a:r>
          </a:p>
          <a:p>
            <a:r>
              <a:rPr lang="en-US" altLang="ko-KR" dirty="0"/>
              <a:t>Make SVM model</a:t>
            </a:r>
          </a:p>
          <a:p>
            <a:r>
              <a:rPr lang="en-US" altLang="ko-KR" dirty="0"/>
              <a:t>Learning data</a:t>
            </a:r>
          </a:p>
          <a:p>
            <a:r>
              <a:rPr lang="en-US" altLang="ko-KR" dirty="0"/>
              <a:t>Get accuracy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F7C2E8E-B883-43EC-9A30-3361855E48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97956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7AE3B3D-BEFF-4FC5-A66C-98351111BC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922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9F178-8A53-4856-887F-F4722E1D0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Margin and Support vector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EE0AD2-BC2F-45D7-A511-516793F7B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 margin does not contain data, it is called hard margin.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Allowing some data to be contained in margin is called soft margin.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Learning data is divided into three categories.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data outside margin: data outside the margin based on the decision boundary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margin data: data for determining margin based on decision boundaries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data inside margin: data that are in margin or misclassified based on the boundary of the boundaries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44F805-643D-4F52-942F-844FC508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6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C66D9-76FD-462C-8BDB-A7CC084B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Hard margin and Soft margin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FD029F-AB06-41AA-A090-FFAD40E077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The left graph using soft margin is not affected by the fact that the learning results are far away.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The graph on the right using hard margin is greatly influenced by the point far away.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How much data in the margin is allowed in soft margin follows the hyperparameters set by the person himself.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AE3B3D-BEFF-4FC5-A66C-98351111B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C704FB10-EEDA-4825-8046-8F4E29418F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637" y="2496344"/>
            <a:ext cx="4276725" cy="3009900"/>
          </a:xfrm>
        </p:spPr>
      </p:pic>
    </p:spTree>
    <p:extLst>
      <p:ext uri="{BB962C8B-B14F-4D97-AF65-F5344CB8AC3E}">
        <p14:creationId xmlns:p14="http://schemas.microsoft.com/office/powerpoint/2010/main" val="1074278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243</Words>
  <Application>Microsoft Office PowerPoint</Application>
  <PresentationFormat>와이드스크린</PresentationFormat>
  <Paragraphs>27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Supervised Learning</vt:lpstr>
      <vt:lpstr>Fundamental Concept</vt:lpstr>
      <vt:lpstr>Algorithm</vt:lpstr>
      <vt:lpstr>Sample Code</vt:lpstr>
      <vt:lpstr>Margin and Support vector</vt:lpstr>
      <vt:lpstr>Hard margin and Soft margin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12</cp:revision>
  <dcterms:created xsi:type="dcterms:W3CDTF">2022-03-31T15:06:20Z</dcterms:created>
  <dcterms:modified xsi:type="dcterms:W3CDTF">2022-04-12T13:10:13Z</dcterms:modified>
</cp:coreProperties>
</file>